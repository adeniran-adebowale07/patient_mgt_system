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60" r:id="rId4"/>
    <p:sldId id="257" r:id="rId5"/>
    <p:sldId id="258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94660"/>
  </p:normalViewPr>
  <p:slideViewPr>
    <p:cSldViewPr snapToGrid="0">
      <p:cViewPr varScale="1">
        <p:scale>
          <a:sx n="80" d="100"/>
          <a:sy n="80" d="100"/>
        </p:scale>
        <p:origin x="64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1000"/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FCD64-7863-4000-92F7-F9375F8D1E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2124" y="2260599"/>
            <a:ext cx="10010776" cy="1490663"/>
          </a:xfrm>
        </p:spPr>
        <p:txBody>
          <a:bodyPr>
            <a:normAutofit/>
          </a:bodyPr>
          <a:lstStyle/>
          <a:p>
            <a:r>
              <a:rPr lang="en-US" sz="7200" dirty="0" err="1">
                <a:latin typeface="Aptos Black" panose="020B0004020202020204" pitchFamily="34" charset="0"/>
              </a:rPr>
              <a:t>Devops</a:t>
            </a:r>
            <a:r>
              <a:rPr lang="en-US" sz="7200" dirty="0">
                <a:latin typeface="Aptos Black" panose="020B0004020202020204" pitchFamily="34" charset="0"/>
              </a:rPr>
              <a:t> landscape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71D948-DF31-4C61-8B5E-2AEF5C092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2124" y="3751262"/>
            <a:ext cx="5723911" cy="645497"/>
          </a:xfrm>
        </p:spPr>
        <p:txBody>
          <a:bodyPr>
            <a:normAutofit fontScale="77500" lnSpcReduction="20000"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 Black" panose="020B0A04020102020204" pitchFamily="34" charset="0"/>
              </a:rPr>
              <a:t>Soc’s role in security monitoring</a:t>
            </a:r>
          </a:p>
        </p:txBody>
      </p:sp>
    </p:spTree>
    <p:extLst>
      <p:ext uri="{BB962C8B-B14F-4D97-AF65-F5344CB8AC3E}">
        <p14:creationId xmlns:p14="http://schemas.microsoft.com/office/powerpoint/2010/main" val="1220248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30221DB-93E8-4BB9-A88D-344414C72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666" y="0"/>
            <a:ext cx="104986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401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87843-7F44-4845-A1A0-B453AB6E9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EEFF28-BF5F-4A0E-B7ED-BF2D2D15C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996" y="0"/>
            <a:ext cx="80980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614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87843-7F44-4845-A1A0-B453AB6E9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24AA8E-726F-41F7-B046-C52BCC31C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105" y="0"/>
            <a:ext cx="98337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709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87843-7F44-4845-A1A0-B453AB6E9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9A019B-20FB-4E6C-80C3-BC643CA3C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0212" y="0"/>
            <a:ext cx="58715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742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AD7556-E7A6-4824-A6EC-96F0D4232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576" y="0"/>
            <a:ext cx="53588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409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E856F0-B29D-490F-B213-16F80B01CD3D}"/>
              </a:ext>
            </a:extLst>
          </p:cNvPr>
          <p:cNvSpPr txBox="1"/>
          <p:nvPr/>
        </p:nvSpPr>
        <p:spPr>
          <a:xfrm>
            <a:off x="6390968" y="884903"/>
            <a:ext cx="1278194" cy="5211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1F7EA5-6E59-463F-B3C7-A673BC788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323" y="329264"/>
            <a:ext cx="11015426" cy="6199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624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E856F0-B29D-490F-B213-16F80B01CD3D}"/>
              </a:ext>
            </a:extLst>
          </p:cNvPr>
          <p:cNvSpPr txBox="1"/>
          <p:nvPr/>
        </p:nvSpPr>
        <p:spPr>
          <a:xfrm>
            <a:off x="6390968" y="884903"/>
            <a:ext cx="1278194" cy="5211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1F01E6-DC05-44D9-8ADF-2CA377B1E452}"/>
              </a:ext>
            </a:extLst>
          </p:cNvPr>
          <p:cNvSpPr txBox="1"/>
          <p:nvPr/>
        </p:nvSpPr>
        <p:spPr>
          <a:xfrm>
            <a:off x="5016500" y="2641600"/>
            <a:ext cx="2159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ptos Black" panose="020B000402020202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7380177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{6F913CF5-6483-41A0-8698-5BF372210CE0}TF6d5feb1e-e145-43f1-b745-cb4b54c5ee97c08fbe0c-84ec64d2cf32</Template>
  <TotalTime>9524</TotalTime>
  <Words>10</Words>
  <Application>Microsoft Office PowerPoint</Application>
  <PresentationFormat>Widescreen</PresentationFormat>
  <Paragraphs>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 Black</vt:lpstr>
      <vt:lpstr>Arial</vt:lpstr>
      <vt:lpstr>Arial Black</vt:lpstr>
      <vt:lpstr>Tw Cen MT</vt:lpstr>
      <vt:lpstr>Circuit</vt:lpstr>
      <vt:lpstr>Devops landscape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ABIOLA</dc:creator>
  <cp:lastModifiedBy>Adebowale Adeniran</cp:lastModifiedBy>
  <cp:revision>10</cp:revision>
  <dcterms:created xsi:type="dcterms:W3CDTF">2026-10-16T06:54:35Z</dcterms:created>
  <dcterms:modified xsi:type="dcterms:W3CDTF">2026-10-22T21:38:50Z</dcterms:modified>
</cp:coreProperties>
</file>