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000000"/>
                </a:solidFill>
                <a:effectLst/>
                <a:latin typeface="Aptos"/>
                <a:ea typeface="Canva Sans Bold"/>
                <a:cs typeface="Canva Sans Bold"/>
              </a:rPr>
              <a:t>Data Leaks and the Role of SOC in Mitigating the Risk </a:t>
            </a:r>
            <a:endParaRPr lang="en-US" sz="44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785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98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2646949"/>
            <a:ext cx="9013241" cy="2959768"/>
          </a:xfrm>
        </p:spPr>
        <p:txBody>
          <a:bodyPr>
            <a:normAutofit fontScale="92500" lnSpcReduction="20000"/>
          </a:bodyPr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CATEGORIES OF DATA 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-Transactional Data- Records of daily business events</a:t>
            </a:r>
            <a:r>
              <a:rPr lang="en-US" sz="1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-Master Data: The core entities of a business that don’t change often</a:t>
            </a:r>
            <a:r>
              <a:rPr lang="en-US" sz="1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(employee lists, product catalogs, and vendor information)</a:t>
            </a:r>
            <a:r>
              <a:rPr lang="en-US" sz="1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-Analytical Data: Historical information of a company used to spot trends and use in decision making or business intelligent</a:t>
            </a:r>
            <a:r>
              <a:rPr lang="en-US" sz="1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-Unstructured Data: emails, internal documents (Memo), audio files, social media review</a:t>
            </a:r>
            <a:r>
              <a:rPr lang="en-US" sz="1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C8163-3D1D-4F51-81D8-737B5AC43F2E}"/>
              </a:ext>
            </a:extLst>
          </p:cNvPr>
          <p:cNvSpPr txBox="1"/>
          <p:nvPr/>
        </p:nvSpPr>
        <p:spPr>
          <a:xfrm>
            <a:off x="1751012" y="839441"/>
            <a:ext cx="9253872" cy="118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WHAT IS DATA? 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Data in an enterprise context refers to the collection of raw facts, numbers, records, and digital information an organization generates, collects, and stores </a:t>
            </a:r>
            <a:r>
              <a:rPr lang="en-US" sz="1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64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17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3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1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54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324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479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6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026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925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674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425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26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99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695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668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628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654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393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52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895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255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419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44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126C-04A9-4F51-8EB5-876E3433C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24991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0000"/>
                </a:solidFill>
                <a:effectLst/>
                <a:latin typeface="Canva Sans Bold"/>
                <a:ea typeface="Canva Sans Bold"/>
                <a:cs typeface="Canva Sans Bold"/>
              </a:rPr>
              <a:t>Objectives </a:t>
            </a:r>
            <a:endParaRPr lang="en-US" sz="4000" dirty="0">
              <a:latin typeface="Apto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8A66-6C2B-4CC8-B216-ED850C6A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77128"/>
            <a:ext cx="9013241" cy="2707103"/>
          </a:xfrm>
        </p:spPr>
        <p:txBody>
          <a:bodyPr/>
          <a:lstStyle/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and its importance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Know about data security and data risk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  <a:effectLst/>
                <a:latin typeface="Aptos"/>
                <a:ea typeface="Aptos"/>
                <a:cs typeface="Aptos"/>
              </a:rPr>
              <a:t>- Mitigation activities by SOC to prevent the data leakage risk</a:t>
            </a:r>
            <a:r>
              <a:rPr lang="en-US" sz="2800" dirty="0">
                <a:solidFill>
                  <a:srgbClr val="000000"/>
                </a:solidFill>
                <a:effectLst/>
                <a:latin typeface="Arimo"/>
                <a:ea typeface="Arimo"/>
                <a:cs typeface="Arimo"/>
              </a:rPr>
              <a:t> 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4147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{AA18EB5F-C4E6-4341-88FA-2BFAEC649C47}TF62d0d592-7ac2-4846-a919-75806e8bead49553d537-f813ce055067</Template>
  <TotalTime>81</TotalTime>
  <Words>792</Words>
  <Application>Microsoft Office PowerPoint</Application>
  <PresentationFormat>Widescreen</PresentationFormat>
  <Paragraphs>109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Arimo</vt:lpstr>
      <vt:lpstr>Calibri</vt:lpstr>
      <vt:lpstr>Canva Sans Bold</vt:lpstr>
      <vt:lpstr>Tw Cen MT</vt:lpstr>
      <vt:lpstr>Droplet</vt:lpstr>
      <vt:lpstr>Data Leaks and the Role of SOC in Mitigating the Risk </vt:lpstr>
      <vt:lpstr>Objectives </vt:lpstr>
      <vt:lpstr>PowerPoint Presentation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  <vt:lpstr>Objectives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Leaks and the Role of SOC in Mitigating the Risk</dc:title>
  <dc:creator>ABIOLA</dc:creator>
  <cp:lastModifiedBy>ABIOLA</cp:lastModifiedBy>
  <cp:revision>3</cp:revision>
  <dcterms:created xsi:type="dcterms:W3CDTF">2026-05-20T08:21:41Z</dcterms:created>
  <dcterms:modified xsi:type="dcterms:W3CDTF">2026-05-20T09:42:55Z</dcterms:modified>
</cp:coreProperties>
</file>