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</p:sldMasterIdLst>
  <p:notesMasterIdLst>
    <p:notesMasterId r:id="rId14"/>
  </p:notesMasterIdLst>
  <p:sldIdLst>
    <p:sldId id="265" r:id="rId5"/>
    <p:sldId id="260" r:id="rId6"/>
    <p:sldId id="2147481776" r:id="rId7"/>
    <p:sldId id="2147481777" r:id="rId8"/>
    <p:sldId id="267" r:id="rId9"/>
    <p:sldId id="266" r:id="rId10"/>
    <p:sldId id="2147481779" r:id="rId11"/>
    <p:sldId id="2147481778" r:id="rId12"/>
    <p:sldId id="269" r:id="rId13"/>
  </p:sldIdLst>
  <p:sldSz cx="18288000" cy="10288588"/>
  <p:notesSz cx="6858000" cy="9144000"/>
  <p:embeddedFontLst>
    <p:embeddedFont>
      <p:font typeface="All Round Gothic Medium" panose="020B0604020202020204" charset="0"/>
      <p:regular r:id="rId15"/>
      <p:italic r:id="rId16"/>
    </p:embeddedFont>
    <p:embeddedFont>
      <p:font typeface="Aptos" panose="020B0004020202020204" pitchFamily="34" charset="0"/>
      <p:regular r:id="rId17"/>
      <p:bold r:id="rId18"/>
      <p:italic r:id="rId19"/>
      <p:boldItalic r:id="rId20"/>
    </p:embeddedFont>
    <p:embeddedFont>
      <p:font typeface="Aptos SemiBold" panose="020B0004020202020204" charset="0"/>
      <p:bold r:id="rId21"/>
      <p:boldItalic r:id="rId22"/>
    </p:embeddedFont>
    <p:embeddedFont>
      <p:font typeface="Bahnschrift" panose="020B0502040204020203" pitchFamily="34" charset="0"/>
      <p:regular r:id="rId23"/>
      <p:bold r:id="rId24"/>
    </p:embeddedFont>
    <p:embeddedFont>
      <p:font typeface="Bahnschrift Light" panose="020B0502040204020203" pitchFamily="3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Overused Grotesk" panose="020B060402020202020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8D7FAA9-3574-1BF7-B26E-ACF3115B619C}" name="Paulina Valverde" initials="PV" userId="S::paulina.valverde@elev8me.com::be735e3c-ca03-489f-b6a6-4d59f3c4b7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41"/>
    <p:restoredTop sz="94712"/>
  </p:normalViewPr>
  <p:slideViewPr>
    <p:cSldViewPr snapToGrid="0">
      <p:cViewPr varScale="1">
        <p:scale>
          <a:sx n="63" d="100"/>
          <a:sy n="63" d="100"/>
        </p:scale>
        <p:origin x="10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36C3B-A5F1-944F-9FF7-A71921CBCDEE}" type="datetimeFigureOut">
              <a:rPr lang="en-BG" smtClean="0"/>
              <a:t>07/12/2026</a:t>
            </a:fld>
            <a:endParaRPr lang="en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BC22F-6F48-444C-855E-91F85EE5F2E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10051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1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4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95" descr="preencoded.png">
            <a:extLst>
              <a:ext uri="{FF2B5EF4-FFF2-40B4-BE49-F238E27FC236}">
                <a16:creationId xmlns:a16="http://schemas.microsoft.com/office/drawing/2014/main" id="{DD835F58-F179-65E3-B8E0-D90405A57579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" name="Group 1" descr="preencoded.png">
            <a:extLst>
              <a:ext uri="{FF2B5EF4-FFF2-40B4-BE49-F238E27FC236}">
                <a16:creationId xmlns:a16="http://schemas.microsoft.com/office/drawing/2014/main" id="{D372437E-020A-4BD1-E25C-75FA42323374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15248" y="0"/>
            <a:ext cx="10572752" cy="10287000"/>
          </a:xfrm>
          <a:prstGeom prst="rect">
            <a:avLst/>
          </a:prstGeom>
        </p:spPr>
      </p:pic>
      <p:pic>
        <p:nvPicPr>
          <p:cNvPr id="9" name="Original_LOGO_black" descr="preencoded.png">
            <a:extLst>
              <a:ext uri="{FF2B5EF4-FFF2-40B4-BE49-F238E27FC236}">
                <a16:creationId xmlns:a16="http://schemas.microsoft.com/office/drawing/2014/main" id="{98722DD9-880B-F357-F603-753741D517AC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1003299"/>
            <a:ext cx="4476750" cy="828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5001B8-2F3B-9DE2-2703-93E30F82CE4A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 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3959DD-865F-623C-1CB4-1B31C1CE6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58" y="5849060"/>
            <a:ext cx="13665499" cy="3491429"/>
          </a:xfrm>
        </p:spPr>
        <p:txBody>
          <a:bodyPr anchor="ctr" anchorCtr="0"/>
          <a:lstStyle>
            <a:lvl1pPr algn="l">
              <a:lnSpc>
                <a:spcPct val="80000"/>
              </a:lnSpc>
              <a:defRPr sz="12000" b="0" i="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297AA0-16F7-B41E-40BC-E5C3EDFC70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4741537"/>
            <a:ext cx="6836229" cy="692475"/>
          </a:xfrm>
        </p:spPr>
        <p:txBody>
          <a:bodyPr/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Overused Grotesk" pitchFamily="2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633F9F0-C4FE-B7AE-5628-1CD85D46F5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05359" y="1024898"/>
            <a:ext cx="2800350" cy="300000"/>
          </a:xfrm>
        </p:spPr>
        <p:txBody>
          <a:bodyPr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BG" dirty="0"/>
              <a:t>April 29, 2025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364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oup 1" descr="preencoded.png">
            <a:extLst>
              <a:ext uri="{FF2B5EF4-FFF2-40B4-BE49-F238E27FC236}">
                <a16:creationId xmlns:a16="http://schemas.microsoft.com/office/drawing/2014/main" id="{D62B3A6D-D9F4-61AC-D263-381000D4AC54}"/>
              </a:ext>
            </a:extLst>
          </p:cNvPr>
          <p:cNvPicPr/>
          <p:nvPr userDrawn="1"/>
        </p:nvPicPr>
        <p:blipFill>
          <a:blip r:embed="rId2" cstate="email">
            <a:alphaModFix amt="7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15248" y="0"/>
            <a:ext cx="10572752" cy="1028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624246-42A2-68DE-0C0C-9A411F3BCE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" y="992999"/>
            <a:ext cx="4476750" cy="83007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3959DD-865F-623C-1CB4-1B31C1CE6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58" y="5849060"/>
            <a:ext cx="13665499" cy="3491429"/>
          </a:xfrm>
        </p:spPr>
        <p:txBody>
          <a:bodyPr anchor="ctr" anchorCtr="0"/>
          <a:lstStyle>
            <a:lvl1pPr algn="l">
              <a:lnSpc>
                <a:spcPct val="80000"/>
              </a:lnSpc>
              <a:defRPr sz="120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297AA0-16F7-B41E-40BC-E5C3EDFC70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4741537"/>
            <a:ext cx="6836229" cy="692475"/>
          </a:xfrm>
        </p:spPr>
        <p:txBody>
          <a:bodyPr/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Overused Grotesk" pitchFamily="2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633F9F0-C4FE-B7AE-5628-1CD85D46F5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05359" y="1024898"/>
            <a:ext cx="2800350" cy="300000"/>
          </a:xfrm>
        </p:spPr>
        <p:txBody>
          <a:bodyPr>
            <a:normAutofit/>
          </a:bodyPr>
          <a:lstStyle>
            <a:lvl1pPr algn="r">
              <a:defRPr sz="160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BG" dirty="0"/>
              <a:t>April 29, 2025</a:t>
            </a:r>
          </a:p>
        </p:txBody>
      </p:sp>
    </p:spTree>
    <p:extLst>
      <p:ext uri="{BB962C8B-B14F-4D97-AF65-F5344CB8AC3E}">
        <p14:creationId xmlns:p14="http://schemas.microsoft.com/office/powerpoint/2010/main" val="3318710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95" descr="preencoded.png">
            <a:extLst>
              <a:ext uri="{FF2B5EF4-FFF2-40B4-BE49-F238E27FC236}">
                <a16:creationId xmlns:a16="http://schemas.microsoft.com/office/drawing/2014/main" id="{DD835F58-F179-65E3-B8E0-D90405A57579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" name="Original_LOGO_black" descr="preencoded.png">
            <a:extLst>
              <a:ext uri="{FF2B5EF4-FFF2-40B4-BE49-F238E27FC236}">
                <a16:creationId xmlns:a16="http://schemas.microsoft.com/office/drawing/2014/main" id="{98722DD9-880B-F357-F603-753741D517AC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1003299"/>
            <a:ext cx="4476750" cy="828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5001B8-2F3B-9DE2-2703-93E30F82CE4A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633F9F0-C4FE-B7AE-5628-1CD85D46F5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05359" y="1024898"/>
            <a:ext cx="2800350" cy="300000"/>
          </a:xfrm>
        </p:spPr>
        <p:txBody>
          <a:bodyPr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BG" dirty="0"/>
              <a:t>April 29, 2025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pic>
        <p:nvPicPr>
          <p:cNvPr id="2" name="Picture 1" descr="A blue glass knot with black background&#10;&#10;AI-generated content may be incorrect.">
            <a:extLst>
              <a:ext uri="{FF2B5EF4-FFF2-40B4-BE49-F238E27FC236}">
                <a16:creationId xmlns:a16="http://schemas.microsoft.com/office/drawing/2014/main" id="{1EE33D4C-99FC-DD2B-8777-7DAF8C57AD08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33" b="-1"/>
          <a:stretch/>
        </p:blipFill>
        <p:spPr>
          <a:xfrm>
            <a:off x="11927840" y="0"/>
            <a:ext cx="6360160" cy="10287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81C5523-4736-F865-E202-6BDDA7B27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59" y="5361380"/>
            <a:ext cx="12083161" cy="3491429"/>
          </a:xfrm>
        </p:spPr>
        <p:txBody>
          <a:bodyPr anchor="ctr" anchorCtr="0">
            <a:normAutofit/>
          </a:bodyPr>
          <a:lstStyle>
            <a:lvl1pPr algn="l">
              <a:lnSpc>
                <a:spcPct val="80000"/>
              </a:lnSpc>
              <a:defRPr sz="11500" b="0" i="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07E62FD-DA4C-4F6E-50BB-2738C7CB04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4100280"/>
            <a:ext cx="6836229" cy="692475"/>
          </a:xfrm>
        </p:spPr>
        <p:txBody>
          <a:bodyPr/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Overused Grotesk" pitchFamily="2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0B86B79-47A2-294F-E632-DCF42012AA2A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1458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11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glass knot with black background&#10;&#10;AI-generated content may be incorrect.">
            <a:extLst>
              <a:ext uri="{FF2B5EF4-FFF2-40B4-BE49-F238E27FC236}">
                <a16:creationId xmlns:a16="http://schemas.microsoft.com/office/drawing/2014/main" id="{5F1A1483-DCEC-BFCE-D9B4-2B51735AB218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33" b="-1"/>
          <a:stretch/>
        </p:blipFill>
        <p:spPr>
          <a:xfrm>
            <a:off x="11927840" y="0"/>
            <a:ext cx="6360160" cy="1028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624246-42A2-68DE-0C0C-9A411F3BCE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" y="992999"/>
            <a:ext cx="4476750" cy="83007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3959DD-865F-623C-1CB4-1B31C1CE6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59" y="5361380"/>
            <a:ext cx="12083161" cy="3491429"/>
          </a:xfrm>
        </p:spPr>
        <p:txBody>
          <a:bodyPr anchor="ctr" anchorCtr="0">
            <a:normAutofit/>
          </a:bodyPr>
          <a:lstStyle>
            <a:lvl1pPr algn="l">
              <a:lnSpc>
                <a:spcPct val="80000"/>
              </a:lnSpc>
              <a:defRPr sz="115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297AA0-16F7-B41E-40BC-E5C3EDFC70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4100280"/>
            <a:ext cx="6836229" cy="692475"/>
          </a:xfrm>
        </p:spPr>
        <p:txBody>
          <a:bodyPr/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Overused Grotesk" pitchFamily="2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633F9F0-C4FE-B7AE-5628-1CD85D46F5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05359" y="1024898"/>
            <a:ext cx="2800350" cy="300000"/>
          </a:xfrm>
        </p:spPr>
        <p:txBody>
          <a:bodyPr>
            <a:normAutofit/>
          </a:bodyPr>
          <a:lstStyle>
            <a:lvl1pPr algn="r">
              <a:defRPr sz="160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BG" dirty="0"/>
              <a:t>April 29, 2025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458F4DF-B0A6-CFB6-8F9F-9919CC2BA2C4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56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5D375F-A543-734E-FF9D-13478A0B98C9}"/>
              </a:ext>
            </a:extLst>
          </p:cNvPr>
          <p:cNvSpPr/>
          <p:nvPr userDrawn="1"/>
        </p:nvSpPr>
        <p:spPr>
          <a:xfrm>
            <a:off x="0" y="0"/>
            <a:ext cx="18288000" cy="1028858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pic>
        <p:nvPicPr>
          <p:cNvPr id="5" name="19. Triangle.png" descr="preencoded.png">
            <a:extLst>
              <a:ext uri="{FF2B5EF4-FFF2-40B4-BE49-F238E27FC236}">
                <a16:creationId xmlns:a16="http://schemas.microsoft.com/office/drawing/2014/main" id="{06E40525-4224-B798-96D3-FD7995CFA232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" name="Original_LOGO_black" descr="preencoded.png">
            <a:extLst>
              <a:ext uri="{FF2B5EF4-FFF2-40B4-BE49-F238E27FC236}">
                <a16:creationId xmlns:a16="http://schemas.microsoft.com/office/drawing/2014/main" id="{98722DD9-880B-F357-F603-753741D517AC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1003299"/>
            <a:ext cx="4476750" cy="828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5001B8-2F3B-9DE2-2703-93E30F82CE4A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633F9F0-C4FE-B7AE-5628-1CD85D46F5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05359" y="1024898"/>
            <a:ext cx="2800350" cy="300000"/>
          </a:xfrm>
        </p:spPr>
        <p:txBody>
          <a:bodyPr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BG" dirty="0"/>
              <a:t>April 29, 2025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1C5523-4736-F865-E202-6BDDA7B27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59" y="5361380"/>
            <a:ext cx="12083161" cy="3491429"/>
          </a:xfrm>
        </p:spPr>
        <p:txBody>
          <a:bodyPr anchor="ctr" anchorCtr="0">
            <a:normAutofit/>
          </a:bodyPr>
          <a:lstStyle>
            <a:lvl1pPr algn="l">
              <a:lnSpc>
                <a:spcPct val="80000"/>
              </a:lnSpc>
              <a:defRPr sz="11500" b="0" i="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07E62FD-DA4C-4F6E-50BB-2738C7CB04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4100280"/>
            <a:ext cx="6836229" cy="692475"/>
          </a:xfrm>
        </p:spPr>
        <p:txBody>
          <a:bodyPr/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Overused Grotesk" pitchFamily="2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09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95" descr="preencoded.png">
            <a:extLst>
              <a:ext uri="{FF2B5EF4-FFF2-40B4-BE49-F238E27FC236}">
                <a16:creationId xmlns:a16="http://schemas.microsoft.com/office/drawing/2014/main" id="{DD835F58-F179-65E3-B8E0-D90405A57579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" name="Original_LOGO_black" descr="preencoded.png">
            <a:extLst>
              <a:ext uri="{FF2B5EF4-FFF2-40B4-BE49-F238E27FC236}">
                <a16:creationId xmlns:a16="http://schemas.microsoft.com/office/drawing/2014/main" id="{98722DD9-880B-F357-F603-753741D517AC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1003299"/>
            <a:ext cx="4476750" cy="828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5001B8-2F3B-9DE2-2703-93E30F82CE4A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633F9F0-C4FE-B7AE-5628-1CD85D46F5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05359" y="1024898"/>
            <a:ext cx="2800350" cy="300000"/>
          </a:xfrm>
        </p:spPr>
        <p:txBody>
          <a:bodyPr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BG" dirty="0"/>
              <a:t>April 29, 2025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1C5523-4736-F865-E202-6BDDA7B27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60" y="5361380"/>
            <a:ext cx="10621967" cy="3491429"/>
          </a:xfrm>
        </p:spPr>
        <p:txBody>
          <a:bodyPr anchor="ctr" anchorCtr="0">
            <a:normAutofit/>
          </a:bodyPr>
          <a:lstStyle>
            <a:lvl1pPr algn="l">
              <a:lnSpc>
                <a:spcPct val="80000"/>
              </a:lnSpc>
              <a:defRPr sz="11500" b="0" i="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07E62FD-DA4C-4F6E-50BB-2738C7CB04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4100280"/>
            <a:ext cx="6836229" cy="692475"/>
          </a:xfrm>
        </p:spPr>
        <p:txBody>
          <a:bodyPr/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Overused Grotesk" pitchFamily="2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D03C1FB-AE78-F204-6033-7B1A882BFD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41113" y="1588"/>
            <a:ext cx="6846887" cy="10287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4367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95" descr="preencoded.png">
            <a:extLst>
              <a:ext uri="{FF2B5EF4-FFF2-40B4-BE49-F238E27FC236}">
                <a16:creationId xmlns:a16="http://schemas.microsoft.com/office/drawing/2014/main" id="{DD835F58-F179-65E3-B8E0-D90405A57579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" name="Original_LOGO_black" descr="preencoded.png">
            <a:extLst>
              <a:ext uri="{FF2B5EF4-FFF2-40B4-BE49-F238E27FC236}">
                <a16:creationId xmlns:a16="http://schemas.microsoft.com/office/drawing/2014/main" id="{98722DD9-880B-F357-F603-753741D517AC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1003299"/>
            <a:ext cx="4476750" cy="828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5001B8-2F3B-9DE2-2703-93E30F82CE4A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633F9F0-C4FE-B7AE-5628-1CD85D46F5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05359" y="1024898"/>
            <a:ext cx="2800350" cy="300000"/>
          </a:xfrm>
        </p:spPr>
        <p:txBody>
          <a:bodyPr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BG" dirty="0"/>
              <a:t>April 29, 2025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1C5523-4736-F865-E202-6BDDA7B27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60" y="5361380"/>
            <a:ext cx="10698860" cy="3491429"/>
          </a:xfrm>
        </p:spPr>
        <p:txBody>
          <a:bodyPr anchor="ctr" anchorCtr="0">
            <a:normAutofit/>
          </a:bodyPr>
          <a:lstStyle>
            <a:lvl1pPr algn="l">
              <a:lnSpc>
                <a:spcPct val="80000"/>
              </a:lnSpc>
              <a:defRPr sz="11500" b="0" i="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07E62FD-DA4C-4F6E-50BB-2738C7CB04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1500" y="4100280"/>
            <a:ext cx="6836229" cy="692475"/>
          </a:xfrm>
        </p:spPr>
        <p:txBody>
          <a:bodyPr/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Overused Grotesk" pitchFamily="2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329738D-6DC7-7106-5D9A-5405B86771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132820" y="1427855"/>
            <a:ext cx="12258688" cy="9862750"/>
          </a:xfrm>
          <a:custGeom>
            <a:avLst/>
            <a:gdLst>
              <a:gd name="connsiteX0" fmla="*/ 238215 w 7726452"/>
              <a:gd name="connsiteY0" fmla="*/ 144 h 7922334"/>
              <a:gd name="connsiteX1" fmla="*/ 3863226 w 7726452"/>
              <a:gd name="connsiteY1" fmla="*/ 145085 h 7922334"/>
              <a:gd name="connsiteX2" fmla="*/ 7488237 w 7726452"/>
              <a:gd name="connsiteY2" fmla="*/ 144 h 7922334"/>
              <a:gd name="connsiteX3" fmla="*/ 7725805 w 7726452"/>
              <a:gd name="connsiteY3" fmla="*/ 318150 h 7922334"/>
              <a:gd name="connsiteX4" fmla="*/ 7505086 w 7726452"/>
              <a:gd name="connsiteY4" fmla="*/ 3938452 h 7922334"/>
              <a:gd name="connsiteX5" fmla="*/ 7505086 w 7726452"/>
              <a:gd name="connsiteY5" fmla="*/ 3983882 h 7922334"/>
              <a:gd name="connsiteX6" fmla="*/ 7725805 w 7726452"/>
              <a:gd name="connsiteY6" fmla="*/ 7604184 h 7922334"/>
              <a:gd name="connsiteX7" fmla="*/ 7488237 w 7726452"/>
              <a:gd name="connsiteY7" fmla="*/ 7922191 h 7922334"/>
              <a:gd name="connsiteX8" fmla="*/ 3863226 w 7726452"/>
              <a:gd name="connsiteY8" fmla="*/ 7777249 h 7922334"/>
              <a:gd name="connsiteX9" fmla="*/ 238215 w 7726452"/>
              <a:gd name="connsiteY9" fmla="*/ 7922191 h 7922334"/>
              <a:gd name="connsiteX10" fmla="*/ 648 w 7726452"/>
              <a:gd name="connsiteY10" fmla="*/ 7604184 h 7922334"/>
              <a:gd name="connsiteX11" fmla="*/ 221367 w 7726452"/>
              <a:gd name="connsiteY11" fmla="*/ 3983882 h 7922334"/>
              <a:gd name="connsiteX12" fmla="*/ 221367 w 7726452"/>
              <a:gd name="connsiteY12" fmla="*/ 3938452 h 7922334"/>
              <a:gd name="connsiteX13" fmla="*/ 648 w 7726452"/>
              <a:gd name="connsiteY13" fmla="*/ 318150 h 7922334"/>
              <a:gd name="connsiteX14" fmla="*/ 238215 w 7726452"/>
              <a:gd name="connsiteY14" fmla="*/ 144 h 7922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726452" h="7922334">
                <a:moveTo>
                  <a:pt x="238215" y="144"/>
                </a:moveTo>
                <a:lnTo>
                  <a:pt x="3863226" y="145085"/>
                </a:lnTo>
                <a:lnTo>
                  <a:pt x="7488237" y="144"/>
                </a:lnTo>
                <a:cubicBezTo>
                  <a:pt x="7624712" y="-5265"/>
                  <a:pt x="7735914" y="142922"/>
                  <a:pt x="7725805" y="318150"/>
                </a:cubicBezTo>
                <a:lnTo>
                  <a:pt x="7505086" y="3938452"/>
                </a:lnTo>
                <a:lnTo>
                  <a:pt x="7505086" y="3983882"/>
                </a:lnTo>
                <a:lnTo>
                  <a:pt x="7725805" y="7604184"/>
                </a:lnTo>
                <a:cubicBezTo>
                  <a:pt x="7735914" y="7779412"/>
                  <a:pt x="7626397" y="7927599"/>
                  <a:pt x="7488237" y="7922191"/>
                </a:cubicBezTo>
                <a:lnTo>
                  <a:pt x="3863226" y="7777249"/>
                </a:lnTo>
                <a:lnTo>
                  <a:pt x="238215" y="7922191"/>
                </a:lnTo>
                <a:cubicBezTo>
                  <a:pt x="101740" y="7927599"/>
                  <a:pt x="-9462" y="7779412"/>
                  <a:pt x="648" y="7604184"/>
                </a:cubicBezTo>
                <a:lnTo>
                  <a:pt x="221367" y="3983882"/>
                </a:lnTo>
                <a:lnTo>
                  <a:pt x="221367" y="3938452"/>
                </a:lnTo>
                <a:lnTo>
                  <a:pt x="648" y="318150"/>
                </a:lnTo>
                <a:cubicBezTo>
                  <a:pt x="-9462" y="142922"/>
                  <a:pt x="100055" y="-5265"/>
                  <a:pt x="238215" y="14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57183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6560F4-B8AF-883E-9B76-5C0B4E77EBA2}"/>
              </a:ext>
            </a:extLst>
          </p:cNvPr>
          <p:cNvSpPr/>
          <p:nvPr userDrawn="1"/>
        </p:nvSpPr>
        <p:spPr>
          <a:xfrm>
            <a:off x="0" y="0"/>
            <a:ext cx="18288000" cy="1028858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A38190-068B-AA6F-23AE-CEDFC8A852D7}"/>
              </a:ext>
            </a:extLst>
          </p:cNvPr>
          <p:cNvSpPr/>
          <p:nvPr userDrawn="1"/>
        </p:nvSpPr>
        <p:spPr>
          <a:xfrm>
            <a:off x="406223" y="478282"/>
            <a:ext cx="4516328" cy="9036754"/>
          </a:xfrm>
          <a:prstGeom prst="roundRect">
            <a:avLst>
              <a:gd name="adj" fmla="val 5164"/>
            </a:avLst>
          </a:prstGeom>
          <a:gradFill>
            <a:gsLst>
              <a:gs pos="0">
                <a:schemeClr val="accent1"/>
              </a:gs>
              <a:gs pos="100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3D85245-EC3E-37EB-D426-9FF3B5F35C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9056" y="1558375"/>
            <a:ext cx="3915183" cy="3353199"/>
          </a:xfrm>
        </p:spPr>
        <p:txBody>
          <a:bodyPr anchor="t">
            <a:normAutofit/>
          </a:bodyPr>
          <a:lstStyle>
            <a:lvl1pPr>
              <a:lnSpc>
                <a:spcPct val="7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 of</a:t>
            </a:r>
            <a:br>
              <a:rPr lang="en-US" dirty="0"/>
            </a:br>
            <a:r>
              <a:rPr lang="en-US" dirty="0"/>
              <a:t>Contents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F862DD-0F13-EF06-27FF-11AFF3E87461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5057B64-F96B-BA4C-07B5-EE5372ED77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02149" y="573434"/>
            <a:ext cx="514351" cy="588616"/>
          </a:xfrm>
          <a:prstGeom prst="rect">
            <a:avLst/>
          </a:prstGeom>
        </p:spPr>
      </p:pic>
      <p:sp>
        <p:nvSpPr>
          <p:cNvPr id="32" name="Slide Number Placeholder 0">
            <a:extLst>
              <a:ext uri="{FF2B5EF4-FFF2-40B4-BE49-F238E27FC236}">
                <a16:creationId xmlns:a16="http://schemas.microsoft.com/office/drawing/2014/main" id="{F9723301-88A7-41ED-905D-E919C50B7446}"/>
              </a:ext>
            </a:extLst>
          </p:cNvPr>
          <p:cNvSpPr txBox="1"/>
          <p:nvPr userDrawn="1"/>
        </p:nvSpPr>
        <p:spPr>
          <a:xfrm>
            <a:off x="16931735" y="9786597"/>
            <a:ext cx="1146201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r" defTabSz="914400" rtl="0" eaLnBrk="1" latinLnBrk="0" hangingPunct="1">
              <a:defRPr sz="1400" b="0" i="0" kern="1200">
                <a:solidFill>
                  <a:schemeClr val="bg1"/>
                </a:solidFill>
                <a:latin typeface="Bahnschrift" panose="020B0502040204020203" pitchFamily="34" charset="0"/>
                <a:ea typeface="Bahnschrift" panose="020B0502040204020203" pitchFamily="34" charset="0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z="1200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US" sz="12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026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pic>
        <p:nvPicPr>
          <p:cNvPr id="3" name="Group 1" descr="preencoded.png">
            <a:extLst>
              <a:ext uri="{FF2B5EF4-FFF2-40B4-BE49-F238E27FC236}">
                <a16:creationId xmlns:a16="http://schemas.microsoft.com/office/drawing/2014/main" id="{BDBA77DC-9DE9-044B-B601-8172BF9A4151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1C3487F-FA61-43BA-FC89-078665F6C6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9FBD60B5-BBED-D22B-1DD9-977DD84EE0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1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7810501" cy="7204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3" name="Group 1" descr="preencoded.png">
            <a:extLst>
              <a:ext uri="{FF2B5EF4-FFF2-40B4-BE49-F238E27FC236}">
                <a16:creationId xmlns:a16="http://schemas.microsoft.com/office/drawing/2014/main" id="{BDBA77DC-9DE9-044B-B601-8172BF9A4151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1C3487F-FA61-43BA-FC89-078665F6C6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9FBD60B5-BBED-D22B-1DD9-977DD84EE0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3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7">
            <a:extLst>
              <a:ext uri="{FF2B5EF4-FFF2-40B4-BE49-F238E27FC236}">
                <a16:creationId xmlns:a16="http://schemas.microsoft.com/office/drawing/2014/main" id="{810729FA-58B6-02A2-B4AD-49F2A11D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78964" y="1282611"/>
            <a:ext cx="7402268" cy="2979737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15" name="Frame 2147223435" descr="preencoded.png">
            <a:extLst>
              <a:ext uri="{FF2B5EF4-FFF2-40B4-BE49-F238E27FC236}">
                <a16:creationId xmlns:a16="http://schemas.microsoft.com/office/drawing/2014/main" id="{71CF67C0-D143-3C68-E939-9F9ABD5CDF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8058389"/>
            <a:ext cx="428625" cy="228600"/>
          </a:xfrm>
          <a:prstGeom prst="rect">
            <a:avLst/>
          </a:prstGeom>
        </p:spPr>
      </p:pic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305E5F4D-3EA9-3150-CC4D-CA49582FE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3C112471-12B4-399B-0112-FE6CF996EC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8110" y="8016402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pic>
        <p:nvPicPr>
          <p:cNvPr id="30" name="Group 1" descr="preencoded.png">
            <a:extLst>
              <a:ext uri="{FF2B5EF4-FFF2-40B4-BE49-F238E27FC236}">
                <a16:creationId xmlns:a16="http://schemas.microsoft.com/office/drawing/2014/main" id="{5115C686-6FD7-8C1D-CC34-0D7EC9EF873E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33" name="Title 24">
            <a:extLst>
              <a:ext uri="{FF2B5EF4-FFF2-40B4-BE49-F238E27FC236}">
                <a16:creationId xmlns:a16="http://schemas.microsoft.com/office/drawing/2014/main" id="{B22A1A69-7F52-9031-02D5-6B9609BF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7810501" cy="7204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914958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7">
            <a:extLst>
              <a:ext uri="{FF2B5EF4-FFF2-40B4-BE49-F238E27FC236}">
                <a16:creationId xmlns:a16="http://schemas.microsoft.com/office/drawing/2014/main" id="{810729FA-58B6-02A2-B4AD-49F2A11D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78964" y="1282611"/>
            <a:ext cx="7402268" cy="2979737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7810501" cy="7204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3" name="Group 1" descr="preencoded.png">
            <a:extLst>
              <a:ext uri="{FF2B5EF4-FFF2-40B4-BE49-F238E27FC236}">
                <a16:creationId xmlns:a16="http://schemas.microsoft.com/office/drawing/2014/main" id="{BDBA77DC-9DE9-044B-B601-8172BF9A4151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1C3487F-FA61-43BA-FC89-078665F6C6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</p:spTree>
    <p:extLst>
      <p:ext uri="{BB962C8B-B14F-4D97-AF65-F5344CB8AC3E}">
        <p14:creationId xmlns:p14="http://schemas.microsoft.com/office/powerpoint/2010/main" val="1314731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7">
            <a:extLst>
              <a:ext uri="{FF2B5EF4-FFF2-40B4-BE49-F238E27FC236}">
                <a16:creationId xmlns:a16="http://schemas.microsoft.com/office/drawing/2014/main" id="{810729FA-58B6-02A2-B4AD-49F2A11D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78963" y="1385008"/>
            <a:ext cx="8237537" cy="2761487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6961558" cy="14011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D012D1B1-4309-E43D-957C-9B6E4E65AF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376" y="4146495"/>
            <a:ext cx="8168211" cy="2979737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235890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7">
            <a:extLst>
              <a:ext uri="{FF2B5EF4-FFF2-40B4-BE49-F238E27FC236}">
                <a16:creationId xmlns:a16="http://schemas.microsoft.com/office/drawing/2014/main" id="{810729FA-58B6-02A2-B4AD-49F2A11D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90253" y="3125605"/>
            <a:ext cx="7515316" cy="2979737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15755990" cy="14011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2D87A3B7-8C4C-DED2-22F0-70B9CEF4D8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8881" y="3125605"/>
            <a:ext cx="7515316" cy="2979737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</p:spTree>
    <p:extLst>
      <p:ext uri="{BB962C8B-B14F-4D97-AF65-F5344CB8AC3E}">
        <p14:creationId xmlns:p14="http://schemas.microsoft.com/office/powerpoint/2010/main" val="197289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92485" y="123062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0886" y="1932540"/>
            <a:ext cx="7113085" cy="1401139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2D87A3B7-8C4C-DED2-22F0-70B9CEF4D8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96396" y="8292977"/>
            <a:ext cx="7515316" cy="1422524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9095" y="120068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</p:spTree>
    <p:extLst>
      <p:ext uri="{BB962C8B-B14F-4D97-AF65-F5344CB8AC3E}">
        <p14:creationId xmlns:p14="http://schemas.microsoft.com/office/powerpoint/2010/main" val="322602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" descr="preencoded.png">
            <a:extLst>
              <a:ext uri="{FF2B5EF4-FFF2-40B4-BE49-F238E27FC236}">
                <a16:creationId xmlns:a16="http://schemas.microsoft.com/office/drawing/2014/main" id="{BDBA77DC-9DE9-044B-B601-8172BF9A4151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7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" descr="preencoded.png">
            <a:extLst>
              <a:ext uri="{FF2B5EF4-FFF2-40B4-BE49-F238E27FC236}">
                <a16:creationId xmlns:a16="http://schemas.microsoft.com/office/drawing/2014/main" id="{BDBA77DC-9DE9-044B-B601-8172BF9A4151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9FBD60B5-BBED-D22B-1DD9-977DD84EE0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08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 Without Sideba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7810501" cy="7204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3" name="Group 1" descr="preencoded.png">
            <a:extLst>
              <a:ext uri="{FF2B5EF4-FFF2-40B4-BE49-F238E27FC236}">
                <a16:creationId xmlns:a16="http://schemas.microsoft.com/office/drawing/2014/main" id="{BDBA77DC-9DE9-044B-B601-8172BF9A4151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1C3487F-FA61-43BA-FC89-078665F6C6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</p:spTree>
    <p:extLst>
      <p:ext uri="{BB962C8B-B14F-4D97-AF65-F5344CB8AC3E}">
        <p14:creationId xmlns:p14="http://schemas.microsoft.com/office/powerpoint/2010/main" val="3932233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15755990" cy="14011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2CA7DD-2A8C-FF62-011D-0C83D2DBEF9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0740" y="3096577"/>
            <a:ext cx="15755990" cy="4427992"/>
          </a:xfrm>
        </p:spPr>
        <p:txBody>
          <a:bodyPr/>
          <a:lstStyle>
            <a:lvl4pPr marL="1044000" indent="-198900">
              <a:buClr>
                <a:schemeClr val="accent1"/>
              </a:buClr>
              <a:buSzPct val="70000"/>
              <a:buFontTx/>
              <a:buBlip>
                <a:blip r:embed="rId5"/>
              </a:buBlip>
              <a:defRPr/>
            </a:lvl4pPr>
            <a:lvl5pPr>
              <a:buClr>
                <a:schemeClr val="accent1"/>
              </a:buClr>
              <a:defRPr/>
            </a:lvl5pPr>
          </a:lstStyle>
          <a:p>
            <a:r>
              <a:rPr lang="en-US" dirty="0"/>
              <a:t>Lorem ipsum</a:t>
            </a:r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Lorem ipsum</a:t>
            </a:r>
          </a:p>
          <a:p>
            <a:pPr lvl="3"/>
            <a:r>
              <a:rPr lang="en-US" dirty="0"/>
              <a:t>Lorem ipsum</a:t>
            </a:r>
          </a:p>
          <a:p>
            <a:pPr lvl="4"/>
            <a:r>
              <a:rPr lang="en-US" dirty="0"/>
              <a:t>Lorem ipsum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369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15755990" cy="14011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052AC9D-14A1-CF76-4010-BB3317AB0D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570949" y="3096577"/>
            <a:ext cx="7634617" cy="4427992"/>
          </a:xfrm>
        </p:spPr>
        <p:txBody>
          <a:bodyPr/>
          <a:lstStyle>
            <a:lvl4pPr marL="1044000" indent="-198900">
              <a:buClr>
                <a:schemeClr val="accent1"/>
              </a:buClr>
              <a:buSzPct val="70000"/>
              <a:buFontTx/>
              <a:buBlip>
                <a:blip r:embed="rId5"/>
              </a:buBlip>
              <a:defRPr/>
            </a:lvl4pPr>
            <a:lvl5pPr>
              <a:buClr>
                <a:schemeClr val="accent1"/>
              </a:buClr>
              <a:defRPr/>
            </a:lvl5pPr>
          </a:lstStyle>
          <a:p>
            <a:r>
              <a:rPr lang="en-US" dirty="0"/>
              <a:t>Lorem ipsum</a:t>
            </a:r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Lorem ipsum</a:t>
            </a:r>
          </a:p>
          <a:p>
            <a:pPr lvl="3"/>
            <a:r>
              <a:rPr lang="en-US" dirty="0"/>
              <a:t>Lorem ipsum</a:t>
            </a:r>
          </a:p>
          <a:p>
            <a:pPr lvl="4"/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2CA7DD-2A8C-FF62-011D-0C83D2DBEF9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0740" y="3096577"/>
            <a:ext cx="7634617" cy="4427992"/>
          </a:xfrm>
        </p:spPr>
        <p:txBody>
          <a:bodyPr/>
          <a:lstStyle>
            <a:lvl4pPr marL="1044000" indent="-198900">
              <a:buClr>
                <a:schemeClr val="accent1"/>
              </a:buClr>
              <a:buSzPct val="70000"/>
              <a:buFontTx/>
              <a:buBlip>
                <a:blip r:embed="rId5"/>
              </a:buBlip>
              <a:defRPr/>
            </a:lvl4pPr>
            <a:lvl5pPr>
              <a:buClr>
                <a:schemeClr val="accent1"/>
              </a:buClr>
              <a:defRPr/>
            </a:lvl5pPr>
          </a:lstStyle>
          <a:p>
            <a:r>
              <a:rPr lang="en-US" dirty="0"/>
              <a:t>Lorem ipsum</a:t>
            </a:r>
          </a:p>
          <a:p>
            <a:pPr lvl="2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Lorem ipsum</a:t>
            </a:r>
          </a:p>
          <a:p>
            <a:pPr lvl="3"/>
            <a:r>
              <a:rPr lang="en-US" dirty="0"/>
              <a:t>Lorem ipsum</a:t>
            </a:r>
          </a:p>
          <a:p>
            <a:pPr lvl="4"/>
            <a:r>
              <a:rPr lang="en-US" dirty="0"/>
              <a:t>Lorem ipsum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382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a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F3508CE-95DB-5113-E8A4-60F8BE0A02F7}"/>
              </a:ext>
            </a:extLst>
          </p:cNvPr>
          <p:cNvSpPr/>
          <p:nvPr userDrawn="1"/>
        </p:nvSpPr>
        <p:spPr>
          <a:xfrm>
            <a:off x="1371600" y="1149607"/>
            <a:ext cx="6292970" cy="7487646"/>
          </a:xfrm>
          <a:prstGeom prst="roundRect">
            <a:avLst>
              <a:gd name="adj" fmla="val 8081"/>
            </a:avLst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92485" y="123062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0886" y="1932540"/>
            <a:ext cx="7113085" cy="1401139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2D87A3B7-8C4C-DED2-22F0-70B9CEF4D8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96396" y="8292977"/>
            <a:ext cx="7515316" cy="1422524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9095" y="120068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B176EFC-C5CC-7C80-9361-D9C7123851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0671" y="2136321"/>
            <a:ext cx="5607656" cy="4079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 b="1" i="0">
                <a:latin typeface="All Round Gothic Medium" panose="020B0603020202020104" pitchFamily="34" charset="77"/>
              </a:defRPr>
            </a:lvl1pPr>
            <a:lvl2pPr marL="457200" indent="0">
              <a:buFontTx/>
              <a:buNone/>
              <a:defRPr sz="2600" b="1" i="0">
                <a:latin typeface="Bahnschrift Light" panose="020B0502040204020203" pitchFamily="34" charset="0"/>
              </a:defRPr>
            </a:lvl2pPr>
            <a:lvl3pPr marL="914400" indent="0">
              <a:buFontTx/>
              <a:buNone/>
              <a:defRPr sz="2600" b="1" i="0">
                <a:latin typeface="Bahnschrift Light" panose="020B0502040204020203" pitchFamily="34" charset="0"/>
              </a:defRPr>
            </a:lvl3pPr>
            <a:lvl4pPr marL="1371600" indent="0">
              <a:buFontTx/>
              <a:buNone/>
              <a:defRPr sz="2600" b="1" i="0">
                <a:latin typeface="Bahnschrift Light" panose="020B0502040204020203" pitchFamily="34" charset="0"/>
              </a:defRPr>
            </a:lvl4pPr>
            <a:lvl5pPr marL="1828800" indent="0">
              <a:buFontTx/>
              <a:buNone/>
              <a:defRPr sz="2600" b="1" i="0"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DE19D3E-5C55-68FC-8CAE-50D92E1DA14E}"/>
              </a:ext>
            </a:extLst>
          </p:cNvPr>
          <p:cNvSpPr/>
          <p:nvPr userDrawn="1"/>
        </p:nvSpPr>
        <p:spPr>
          <a:xfrm>
            <a:off x="1735402" y="1501630"/>
            <a:ext cx="499011" cy="51428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DD2E7EA-E4B7-9EC9-5216-E29BEEBD4D29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763602" y="1607405"/>
            <a:ext cx="420427" cy="325135"/>
          </a:xfrm>
        </p:spPr>
        <p:txBody>
          <a:bodyPr/>
          <a:lstStyle>
            <a:lvl1pPr algn="ctr">
              <a:defRPr sz="2000" b="0" i="0">
                <a:solidFill>
                  <a:schemeClr val="tx1"/>
                </a:solidFill>
                <a:latin typeface="All Round Gothic Medium" panose="020B0603020202020104" pitchFamily="34" charset="77"/>
                <a:cs typeface="All Round Gothic Medium" panose="020B0603020202020104" pitchFamily="34" charset="77"/>
              </a:defRPr>
            </a:lvl1pPr>
            <a:lvl2pPr marL="9525" indent="0">
              <a:buNone/>
              <a:tabLst/>
              <a:defRPr/>
            </a:lvl2pPr>
            <a:lvl3pPr marL="521495" indent="-152400">
              <a:tabLst/>
              <a:defRPr/>
            </a:lvl3pPr>
            <a:lvl4pPr marL="859632" indent="-164307">
              <a:tabLst/>
              <a:defRPr/>
            </a:lvl4pPr>
            <a:lvl5pPr marL="1295400" indent="-228600">
              <a:tabLst/>
              <a:defRPr/>
            </a:lvl5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41416ABD-C7C4-44E6-1E06-79B02D7BD5B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710670" y="2717937"/>
            <a:ext cx="5607656" cy="5575040"/>
          </a:xfrm>
        </p:spPr>
        <p:txBody>
          <a:bodyPr>
            <a:normAutofit/>
          </a:bodyPr>
          <a:lstStyle>
            <a:lvl1pPr>
              <a:defRPr sz="1600" b="0" i="0">
                <a:latin typeface="Overused Grotesk" pitchFamily="2" charset="0"/>
              </a:defRPr>
            </a:lvl1pPr>
            <a:lvl2pPr>
              <a:defRPr sz="1600" b="0" i="0">
                <a:latin typeface="Overused Grotesk" pitchFamily="2" charset="0"/>
              </a:defRPr>
            </a:lvl2pPr>
            <a:lvl3pPr>
              <a:defRPr sz="1600" b="0" i="0">
                <a:latin typeface="Overused Grotesk" pitchFamily="2" charset="0"/>
              </a:defRPr>
            </a:lvl3pPr>
            <a:lvl4pPr>
              <a:defRPr sz="1600" b="0" i="0">
                <a:latin typeface="Overused Grotesk" pitchFamily="2" charset="0"/>
              </a:defRPr>
            </a:lvl4pPr>
            <a:lvl5pPr>
              <a:defRPr sz="16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0369391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92485" y="123062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0886" y="1932540"/>
            <a:ext cx="7113085" cy="1401139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2D87A3B7-8C4C-DED2-22F0-70B9CEF4D8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96396" y="8292977"/>
            <a:ext cx="7515316" cy="1422524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9095" y="120068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FAE032-AD88-805A-B224-2F412A511688}"/>
              </a:ext>
            </a:extLst>
          </p:cNvPr>
          <p:cNvSpPr/>
          <p:nvPr userDrawn="1"/>
        </p:nvSpPr>
        <p:spPr>
          <a:xfrm>
            <a:off x="571500" y="6754305"/>
            <a:ext cx="7124700" cy="2686050"/>
          </a:xfrm>
          <a:prstGeom prst="roundRect">
            <a:avLst>
              <a:gd name="adj" fmla="val 10025"/>
            </a:avLst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1AB8506-9FC5-B52E-AA76-17FF1C678984}"/>
              </a:ext>
            </a:extLst>
          </p:cNvPr>
          <p:cNvSpPr/>
          <p:nvPr userDrawn="1"/>
        </p:nvSpPr>
        <p:spPr>
          <a:xfrm>
            <a:off x="571500" y="3657576"/>
            <a:ext cx="7124700" cy="2686050"/>
          </a:xfrm>
          <a:prstGeom prst="roundRect">
            <a:avLst>
              <a:gd name="adj" fmla="val 10025"/>
            </a:avLst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22ED11-7A99-0AA7-1219-A33DD541BB7C}"/>
              </a:ext>
            </a:extLst>
          </p:cNvPr>
          <p:cNvSpPr/>
          <p:nvPr userDrawn="1"/>
        </p:nvSpPr>
        <p:spPr>
          <a:xfrm>
            <a:off x="571500" y="571500"/>
            <a:ext cx="7124700" cy="2686050"/>
          </a:xfrm>
          <a:prstGeom prst="roundRect">
            <a:avLst>
              <a:gd name="adj" fmla="val 10025"/>
            </a:avLst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pic>
        <p:nvPicPr>
          <p:cNvPr id="9" name="Frame 2609812" descr="preencoded.png">
            <a:extLst>
              <a:ext uri="{FF2B5EF4-FFF2-40B4-BE49-F238E27FC236}">
                <a16:creationId xmlns:a16="http://schemas.microsoft.com/office/drawing/2014/main" id="{B8A1CAFF-2918-FCA2-A67A-E1AB32092A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2590" y="4915452"/>
            <a:ext cx="6524625" cy="1133475"/>
          </a:xfrm>
          <a:prstGeom prst="rect">
            <a:avLst/>
          </a:prstGeom>
        </p:spPr>
      </p:pic>
      <p:pic>
        <p:nvPicPr>
          <p:cNvPr id="10" name="Frame 2609812" descr="preencoded.png">
            <a:extLst>
              <a:ext uri="{FF2B5EF4-FFF2-40B4-BE49-F238E27FC236}">
                <a16:creationId xmlns:a16="http://schemas.microsoft.com/office/drawing/2014/main" id="{DB786B8D-1D24-C33A-1FAC-3F0F74FCBA1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2590" y="7996151"/>
            <a:ext cx="6524625" cy="113347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F5841DC-3C03-B9E0-8999-1FEF022447B6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78748" y="1613039"/>
            <a:ext cx="6510204" cy="468404"/>
          </a:xfrm>
        </p:spPr>
        <p:txBody>
          <a:bodyPr/>
          <a:lstStyle>
            <a:lvl1pPr>
              <a:defRPr sz="2600" b="0" i="0">
                <a:solidFill>
                  <a:schemeClr val="tx1"/>
                </a:solidFill>
                <a:latin typeface="All Round Gothic Medium" panose="020B0603020202020104" pitchFamily="34" charset="77"/>
                <a:cs typeface="Overused Grotesk" pitchFamily="2" charset="0"/>
              </a:defRPr>
            </a:lvl1pPr>
            <a:lvl2pPr marL="9525" indent="0">
              <a:buNone/>
              <a:tabLst/>
              <a:defRPr/>
            </a:lvl2pPr>
            <a:lvl3pPr marL="521495" indent="-152400">
              <a:tabLst/>
              <a:defRPr/>
            </a:lvl3pPr>
            <a:lvl4pPr marL="859632" indent="-164307">
              <a:tabLst/>
              <a:defRPr/>
            </a:lvl4pPr>
            <a:lvl5pPr marL="1295400" indent="-228600">
              <a:tabLst/>
              <a:defRPr/>
            </a:lvl5pPr>
          </a:lstStyle>
          <a:p>
            <a:pPr lvl="0"/>
            <a:r>
              <a:rPr lang="en-GB" dirty="0"/>
              <a:t>Headline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088A05A-7E78-2418-3ACB-1F64CCA12924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78748" y="4674290"/>
            <a:ext cx="6510204" cy="484003"/>
          </a:xfrm>
        </p:spPr>
        <p:txBody>
          <a:bodyPr/>
          <a:lstStyle>
            <a:lvl1pPr>
              <a:defRPr sz="2600" b="0" i="0">
                <a:solidFill>
                  <a:schemeClr val="tx1"/>
                </a:solidFill>
                <a:latin typeface="All Round Gothic Medium" panose="020B0603020202020104" pitchFamily="34" charset="77"/>
                <a:cs typeface="Overused Grotesk" pitchFamily="2" charset="0"/>
              </a:defRPr>
            </a:lvl1pPr>
            <a:lvl2pPr marL="9525" indent="0">
              <a:buNone/>
              <a:tabLst/>
              <a:defRPr/>
            </a:lvl2pPr>
            <a:lvl3pPr marL="521495" indent="-152400">
              <a:tabLst/>
              <a:defRPr/>
            </a:lvl3pPr>
            <a:lvl4pPr marL="859632" indent="-164307">
              <a:tabLst/>
              <a:defRPr/>
            </a:lvl4pPr>
            <a:lvl5pPr marL="1295400" indent="-228600">
              <a:tabLst/>
              <a:defRPr/>
            </a:lvl5pPr>
          </a:lstStyle>
          <a:p>
            <a:pPr lvl="0"/>
            <a:r>
              <a:rPr lang="en-GB" dirty="0"/>
              <a:t>Headline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F0EB50E-3D07-65C5-5CAB-055DC1805DF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78748" y="7755421"/>
            <a:ext cx="6510204" cy="468403"/>
          </a:xfrm>
        </p:spPr>
        <p:txBody>
          <a:bodyPr/>
          <a:lstStyle>
            <a:lvl1pPr>
              <a:defRPr sz="2600" b="0" i="0">
                <a:solidFill>
                  <a:schemeClr val="tx1"/>
                </a:solidFill>
                <a:latin typeface="All Round Gothic Medium" panose="020B0603020202020104" pitchFamily="34" charset="77"/>
                <a:cs typeface="Overused Grotesk" pitchFamily="2" charset="0"/>
              </a:defRPr>
            </a:lvl1pPr>
            <a:lvl2pPr marL="9525" indent="0">
              <a:buNone/>
              <a:tabLst/>
              <a:defRPr/>
            </a:lvl2pPr>
            <a:lvl3pPr marL="521495" indent="-152400">
              <a:tabLst/>
              <a:defRPr/>
            </a:lvl3pPr>
            <a:lvl4pPr marL="859632" indent="-164307">
              <a:tabLst/>
              <a:defRPr/>
            </a:lvl4pPr>
            <a:lvl5pPr marL="1295400" indent="-228600">
              <a:tabLst/>
              <a:defRPr/>
            </a:lvl5pPr>
          </a:lstStyle>
          <a:p>
            <a:pPr lvl="0"/>
            <a:r>
              <a:rPr lang="en-GB" dirty="0"/>
              <a:t>Headline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396F41F-3443-FCEF-CFE7-FC2AA972E018}"/>
              </a:ext>
            </a:extLst>
          </p:cNvPr>
          <p:cNvSpPr/>
          <p:nvPr userDrawn="1"/>
        </p:nvSpPr>
        <p:spPr>
          <a:xfrm>
            <a:off x="872589" y="3970751"/>
            <a:ext cx="499011" cy="51428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C3D0C04-1979-75F1-20D5-F444D54009B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71605" y="4076526"/>
            <a:ext cx="499011" cy="325135"/>
          </a:xfrm>
        </p:spPr>
        <p:txBody>
          <a:bodyPr/>
          <a:lstStyle>
            <a:lvl1pPr algn="ctr">
              <a:defRPr sz="2000" b="0" i="0">
                <a:solidFill>
                  <a:schemeClr val="tx1"/>
                </a:solidFill>
                <a:latin typeface="All Round Gothic Medium" panose="020B0603020202020104" pitchFamily="34" charset="77"/>
                <a:cs typeface="All Round Gothic Medium" panose="020B0603020202020104" pitchFamily="34" charset="77"/>
              </a:defRPr>
            </a:lvl1pPr>
            <a:lvl2pPr marL="9525" indent="0">
              <a:buNone/>
              <a:tabLst/>
              <a:defRPr/>
            </a:lvl2pPr>
            <a:lvl3pPr marL="521495" indent="-152400">
              <a:tabLst/>
              <a:defRPr/>
            </a:lvl3pPr>
            <a:lvl4pPr marL="859632" indent="-164307">
              <a:tabLst/>
              <a:defRPr/>
            </a:lvl4pPr>
            <a:lvl5pPr marL="1295400" indent="-228600">
              <a:tabLst/>
              <a:defRPr/>
            </a:lvl5pPr>
          </a:lstStyle>
          <a:p>
            <a:pPr lvl="0"/>
            <a:r>
              <a:rPr lang="en-GB" dirty="0"/>
              <a:t>02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98246B8-DC0F-2E06-BACE-4983068A126F}"/>
              </a:ext>
            </a:extLst>
          </p:cNvPr>
          <p:cNvSpPr/>
          <p:nvPr userDrawn="1"/>
        </p:nvSpPr>
        <p:spPr>
          <a:xfrm>
            <a:off x="872589" y="892464"/>
            <a:ext cx="499011" cy="51428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9BD0E33-FD8C-B306-CFB2-13C07AF67D97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00789" y="998239"/>
            <a:ext cx="420427" cy="325135"/>
          </a:xfrm>
        </p:spPr>
        <p:txBody>
          <a:bodyPr/>
          <a:lstStyle>
            <a:lvl1pPr algn="ctr">
              <a:defRPr sz="2000" b="0" i="0">
                <a:solidFill>
                  <a:schemeClr val="tx1"/>
                </a:solidFill>
                <a:latin typeface="All Round Gothic Medium" panose="020B0603020202020104" pitchFamily="34" charset="77"/>
                <a:cs typeface="All Round Gothic Medium" panose="020B0603020202020104" pitchFamily="34" charset="77"/>
              </a:defRPr>
            </a:lvl1pPr>
            <a:lvl2pPr marL="9525" indent="0">
              <a:buNone/>
              <a:tabLst/>
              <a:defRPr/>
            </a:lvl2pPr>
            <a:lvl3pPr marL="521495" indent="-152400">
              <a:tabLst/>
              <a:defRPr/>
            </a:lvl3pPr>
            <a:lvl4pPr marL="859632" indent="-164307">
              <a:tabLst/>
              <a:defRPr/>
            </a:lvl4pPr>
            <a:lvl5pPr marL="1295400" indent="-228600">
              <a:tabLst/>
              <a:defRPr/>
            </a:lvl5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77770FE-2AF5-7A0E-1ACD-F19F42D3CB16}"/>
              </a:ext>
            </a:extLst>
          </p:cNvPr>
          <p:cNvSpPr/>
          <p:nvPr userDrawn="1"/>
        </p:nvSpPr>
        <p:spPr>
          <a:xfrm>
            <a:off x="872589" y="7049660"/>
            <a:ext cx="499011" cy="51428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D300505-1229-E7BE-8804-1F08FC7EEC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71606" y="7155435"/>
            <a:ext cx="499010" cy="325135"/>
          </a:xfrm>
        </p:spPr>
        <p:txBody>
          <a:bodyPr/>
          <a:lstStyle>
            <a:lvl1pPr algn="ctr">
              <a:defRPr sz="2000" b="0" i="0">
                <a:solidFill>
                  <a:schemeClr val="tx1"/>
                </a:solidFill>
                <a:latin typeface="All Round Gothic Medium" panose="020B0603020202020104" pitchFamily="34" charset="77"/>
                <a:cs typeface="All Round Gothic Medium" panose="020B0603020202020104" pitchFamily="34" charset="77"/>
              </a:defRPr>
            </a:lvl1pPr>
            <a:lvl2pPr marL="9525" indent="0">
              <a:buNone/>
              <a:tabLst/>
              <a:defRPr/>
            </a:lvl2pPr>
            <a:lvl3pPr marL="521495" indent="-152400">
              <a:tabLst/>
              <a:defRPr/>
            </a:lvl3pPr>
            <a:lvl4pPr marL="859632" indent="-164307">
              <a:tabLst/>
              <a:defRPr/>
            </a:lvl4pPr>
            <a:lvl5pPr marL="1295400" indent="-228600">
              <a:tabLst/>
              <a:defRPr/>
            </a:lvl5pPr>
          </a:lstStyle>
          <a:p>
            <a:pPr lvl="0"/>
            <a:r>
              <a:rPr lang="en-GB" dirty="0"/>
              <a:t>03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0150DEC7-3457-C1CE-907E-0C6D3830C22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6066" y="2130715"/>
            <a:ext cx="6531027" cy="1078223"/>
          </a:xfrm>
        </p:spPr>
        <p:txBody>
          <a:bodyPr>
            <a:noAutofit/>
          </a:bodyPr>
          <a:lstStyle>
            <a:lvl1pPr>
              <a:defRPr sz="1600" b="0" i="0">
                <a:latin typeface="Overused Grotesk" pitchFamily="2" charset="0"/>
              </a:defRPr>
            </a:lvl1pPr>
            <a:lvl2pPr marL="0" indent="0">
              <a:buNone/>
              <a:defRPr sz="1600" b="0" i="0">
                <a:latin typeface="Overused Grotesk" pitchFamily="2" charset="0"/>
              </a:defRPr>
            </a:lvl2pPr>
            <a:lvl3pPr>
              <a:defRPr sz="16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BG" dirty="0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EF73EFD8-AFB0-683F-78F3-2AEACCDC188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6066" y="5211846"/>
            <a:ext cx="6531027" cy="1078223"/>
          </a:xfrm>
        </p:spPr>
        <p:txBody>
          <a:bodyPr>
            <a:noAutofit/>
          </a:bodyPr>
          <a:lstStyle>
            <a:lvl1pPr>
              <a:defRPr sz="1600" b="0" i="0">
                <a:latin typeface="Overused Grotesk" pitchFamily="2" charset="0"/>
              </a:defRPr>
            </a:lvl1pPr>
            <a:lvl2pPr marL="0" indent="0">
              <a:buNone/>
              <a:defRPr sz="1600" b="0" i="0">
                <a:latin typeface="Overused Grotesk" pitchFamily="2" charset="0"/>
              </a:defRPr>
            </a:lvl2pPr>
            <a:lvl3pPr>
              <a:defRPr sz="16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BG" dirty="0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6B01D364-2E6D-66C6-F214-23374FD3103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86066" y="8273099"/>
            <a:ext cx="6531027" cy="1078223"/>
          </a:xfrm>
        </p:spPr>
        <p:txBody>
          <a:bodyPr>
            <a:noAutofit/>
          </a:bodyPr>
          <a:lstStyle>
            <a:lvl1pPr>
              <a:defRPr sz="1600" b="0" i="0">
                <a:latin typeface="Overused Grotesk" pitchFamily="2" charset="0"/>
              </a:defRPr>
            </a:lvl1pPr>
            <a:lvl2pPr marL="0" indent="0">
              <a:buNone/>
              <a:defRPr sz="1600" b="0" i="0">
                <a:latin typeface="Overused Grotesk" pitchFamily="2" charset="0"/>
              </a:defRPr>
            </a:lvl2pPr>
            <a:lvl3pPr>
              <a:defRPr sz="16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4991011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a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92485" y="1230623"/>
            <a:ext cx="428625" cy="228600"/>
          </a:xfrm>
          <a:prstGeom prst="rect">
            <a:avLst/>
          </a:prstGeom>
        </p:spPr>
      </p:pic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8" name="Picture Placeholder 29">
            <a:extLst>
              <a:ext uri="{FF2B5EF4-FFF2-40B4-BE49-F238E27FC236}">
                <a16:creationId xmlns:a16="http://schemas.microsoft.com/office/drawing/2014/main" id="{994A773C-6252-582D-41DB-EFEF9A149A8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7815" y="1202616"/>
            <a:ext cx="7679885" cy="7922334"/>
          </a:xfrm>
          <a:custGeom>
            <a:avLst/>
            <a:gdLst>
              <a:gd name="connsiteX0" fmla="*/ 238215 w 7726452"/>
              <a:gd name="connsiteY0" fmla="*/ 144 h 7922334"/>
              <a:gd name="connsiteX1" fmla="*/ 3863226 w 7726452"/>
              <a:gd name="connsiteY1" fmla="*/ 145085 h 7922334"/>
              <a:gd name="connsiteX2" fmla="*/ 7488237 w 7726452"/>
              <a:gd name="connsiteY2" fmla="*/ 144 h 7922334"/>
              <a:gd name="connsiteX3" fmla="*/ 7725805 w 7726452"/>
              <a:gd name="connsiteY3" fmla="*/ 318150 h 7922334"/>
              <a:gd name="connsiteX4" fmla="*/ 7505086 w 7726452"/>
              <a:gd name="connsiteY4" fmla="*/ 3938452 h 7922334"/>
              <a:gd name="connsiteX5" fmla="*/ 7505086 w 7726452"/>
              <a:gd name="connsiteY5" fmla="*/ 3983882 h 7922334"/>
              <a:gd name="connsiteX6" fmla="*/ 7725805 w 7726452"/>
              <a:gd name="connsiteY6" fmla="*/ 7604184 h 7922334"/>
              <a:gd name="connsiteX7" fmla="*/ 7488237 w 7726452"/>
              <a:gd name="connsiteY7" fmla="*/ 7922191 h 7922334"/>
              <a:gd name="connsiteX8" fmla="*/ 3863226 w 7726452"/>
              <a:gd name="connsiteY8" fmla="*/ 7777249 h 7922334"/>
              <a:gd name="connsiteX9" fmla="*/ 238215 w 7726452"/>
              <a:gd name="connsiteY9" fmla="*/ 7922191 h 7922334"/>
              <a:gd name="connsiteX10" fmla="*/ 648 w 7726452"/>
              <a:gd name="connsiteY10" fmla="*/ 7604184 h 7922334"/>
              <a:gd name="connsiteX11" fmla="*/ 221367 w 7726452"/>
              <a:gd name="connsiteY11" fmla="*/ 3983882 h 7922334"/>
              <a:gd name="connsiteX12" fmla="*/ 221367 w 7726452"/>
              <a:gd name="connsiteY12" fmla="*/ 3938452 h 7922334"/>
              <a:gd name="connsiteX13" fmla="*/ 648 w 7726452"/>
              <a:gd name="connsiteY13" fmla="*/ 318150 h 7922334"/>
              <a:gd name="connsiteX14" fmla="*/ 238215 w 7726452"/>
              <a:gd name="connsiteY14" fmla="*/ 144 h 7922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726452" h="7922334">
                <a:moveTo>
                  <a:pt x="238215" y="144"/>
                </a:moveTo>
                <a:lnTo>
                  <a:pt x="3863226" y="145085"/>
                </a:lnTo>
                <a:lnTo>
                  <a:pt x="7488237" y="144"/>
                </a:lnTo>
                <a:cubicBezTo>
                  <a:pt x="7624712" y="-5265"/>
                  <a:pt x="7735914" y="142922"/>
                  <a:pt x="7725805" y="318150"/>
                </a:cubicBezTo>
                <a:lnTo>
                  <a:pt x="7505086" y="3938452"/>
                </a:lnTo>
                <a:lnTo>
                  <a:pt x="7505086" y="3983882"/>
                </a:lnTo>
                <a:lnTo>
                  <a:pt x="7725805" y="7604184"/>
                </a:lnTo>
                <a:cubicBezTo>
                  <a:pt x="7735914" y="7779412"/>
                  <a:pt x="7626397" y="7927599"/>
                  <a:pt x="7488237" y="7922191"/>
                </a:cubicBezTo>
                <a:lnTo>
                  <a:pt x="3863226" y="7777249"/>
                </a:lnTo>
                <a:lnTo>
                  <a:pt x="238215" y="7922191"/>
                </a:lnTo>
                <a:cubicBezTo>
                  <a:pt x="101740" y="7927599"/>
                  <a:pt x="-9462" y="7779412"/>
                  <a:pt x="648" y="7604184"/>
                </a:cubicBezTo>
                <a:lnTo>
                  <a:pt x="221367" y="3983882"/>
                </a:lnTo>
                <a:lnTo>
                  <a:pt x="221367" y="3938452"/>
                </a:lnTo>
                <a:lnTo>
                  <a:pt x="648" y="318150"/>
                </a:lnTo>
                <a:cubicBezTo>
                  <a:pt x="-9462" y="142922"/>
                  <a:pt x="100055" y="-5265"/>
                  <a:pt x="238215" y="14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BG"/>
          </a:p>
        </p:txBody>
      </p:sp>
      <p:pic>
        <p:nvPicPr>
          <p:cNvPr id="9" name="Frame 2147223478" descr="preencoded.png">
            <a:extLst>
              <a:ext uri="{FF2B5EF4-FFF2-40B4-BE49-F238E27FC236}">
                <a16:creationId xmlns:a16="http://schemas.microsoft.com/office/drawing/2014/main" id="{9C7C4ECD-FD16-DB8B-6D39-A484B63BBC97}"/>
              </a:ext>
            </a:extLst>
          </p:cNvPr>
          <p:cNvPicPr/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1217667"/>
            <a:ext cx="7696200" cy="7924216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E4D7686-5312-C8B9-D3B3-0E7B145BDC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8483" y="2576244"/>
            <a:ext cx="7126016" cy="638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solidFill>
                  <a:schemeClr val="bg1">
                    <a:lumMod val="50000"/>
                  </a:schemeClr>
                </a:solidFill>
                <a:latin typeface="All Round Gothic Medium" panose="020B0603020202020104" pitchFamily="34" charset="77"/>
              </a:defRPr>
            </a:lvl1pPr>
            <a:lvl2pPr marL="457200" indent="0">
              <a:buNone/>
              <a:defRPr sz="4300" b="0" i="0">
                <a:latin typeface="Bahnschrift" panose="020B0502040204020203" pitchFamily="34" charset="0"/>
              </a:defRPr>
            </a:lvl2pPr>
            <a:lvl3pPr marL="914400" indent="0">
              <a:buNone/>
              <a:defRPr sz="4300" b="0" i="0">
                <a:latin typeface="Bahnschrift" panose="020B0502040204020203" pitchFamily="34" charset="0"/>
              </a:defRPr>
            </a:lvl3pPr>
            <a:lvl4pPr marL="1371600" indent="0">
              <a:buNone/>
              <a:defRPr sz="4300" b="0" i="0">
                <a:latin typeface="Bahnschrift" panose="020B0502040204020203" pitchFamily="34" charset="0"/>
              </a:defRPr>
            </a:lvl4pPr>
            <a:lvl5pPr marL="1828800" indent="0">
              <a:buNone/>
              <a:defRPr sz="4300" b="0" i="0"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Position</a:t>
            </a:r>
            <a:endParaRPr lang="en-BG" dirty="0"/>
          </a:p>
        </p:txBody>
      </p:sp>
      <p:sp>
        <p:nvSpPr>
          <p:cNvPr id="11" name="Title 24">
            <a:extLst>
              <a:ext uri="{FF2B5EF4-FFF2-40B4-BE49-F238E27FC236}">
                <a16:creationId xmlns:a16="http://schemas.microsoft.com/office/drawing/2014/main" id="{EF69C08F-56F7-3601-6378-C511BC29B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6477" y="1805182"/>
            <a:ext cx="7113085" cy="595393"/>
          </a:xfrm>
        </p:spPr>
        <p:txBody>
          <a:bodyPr>
            <a:normAutofit/>
          </a:bodyPr>
          <a:lstStyle>
            <a:lvl1pPr>
              <a:defRPr sz="4600" b="1" i="0">
                <a:latin typeface="Aptos SemiBold" panose="020B0004020202020204" pitchFamily="34" charset="0"/>
              </a:defRPr>
            </a:lvl1pPr>
          </a:lstStyle>
          <a:p>
            <a:r>
              <a:rPr lang="en-BG" dirty="0"/>
              <a:t>NAME SURNAME</a:t>
            </a:r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73678D70-F2D8-3CEC-8BA3-409F2D00F1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053546" y="3856879"/>
            <a:ext cx="7126016" cy="1422524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A1A040B0-BFA3-6BA3-4F7E-995B515528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9095" y="1200687"/>
            <a:ext cx="665046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</p:spTree>
    <p:extLst>
      <p:ext uri="{BB962C8B-B14F-4D97-AF65-F5344CB8AC3E}">
        <p14:creationId xmlns:p14="http://schemas.microsoft.com/office/powerpoint/2010/main" val="23209932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with Background and Box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2AAB2A-33E3-FCA6-10AC-7BF047F54A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8288000" cy="10643616"/>
          </a:xfrm>
          <a:prstGeom prst="rect">
            <a:avLst/>
          </a:prstGeom>
        </p:spPr>
      </p:pic>
      <p:pic>
        <p:nvPicPr>
          <p:cNvPr id="6" name="Group 1" descr="preencoded.png">
            <a:extLst>
              <a:ext uri="{FF2B5EF4-FFF2-40B4-BE49-F238E27FC236}">
                <a16:creationId xmlns:a16="http://schemas.microsoft.com/office/drawing/2014/main" id="{D0765D1C-54AA-EB95-47D9-B82A9BBB2E61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pic>
        <p:nvPicPr>
          <p:cNvPr id="7" name="Group 1000005109" descr="preencoded.png">
            <a:extLst>
              <a:ext uri="{FF2B5EF4-FFF2-40B4-BE49-F238E27FC236}">
                <a16:creationId xmlns:a16="http://schemas.microsoft.com/office/drawing/2014/main" id="{788E74AB-2F37-96F7-34D4-646E9C59F6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47FB63-0323-7FCB-B8E0-1E02FE02A34B}"/>
              </a:ext>
            </a:extLst>
          </p:cNvPr>
          <p:cNvSpPr/>
          <p:nvPr userDrawn="1"/>
        </p:nvSpPr>
        <p:spPr>
          <a:xfrm>
            <a:off x="571499" y="2990195"/>
            <a:ext cx="9720816" cy="15854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C61AA6-EE3F-8E56-283B-45EA5DF79E11}"/>
              </a:ext>
            </a:extLst>
          </p:cNvPr>
          <p:cNvSpPr/>
          <p:nvPr userDrawn="1"/>
        </p:nvSpPr>
        <p:spPr>
          <a:xfrm>
            <a:off x="571499" y="4712669"/>
            <a:ext cx="9720816" cy="15854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9F2FFC-26C2-BDDA-9FDB-C635C93854FD}"/>
              </a:ext>
            </a:extLst>
          </p:cNvPr>
          <p:cNvSpPr/>
          <p:nvPr userDrawn="1"/>
        </p:nvSpPr>
        <p:spPr>
          <a:xfrm>
            <a:off x="571499" y="6435143"/>
            <a:ext cx="9720816" cy="15854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C462FA7-5C6B-3FE0-E14D-95B54129EDA6}"/>
              </a:ext>
            </a:extLst>
          </p:cNvPr>
          <p:cNvSpPr/>
          <p:nvPr userDrawn="1"/>
        </p:nvSpPr>
        <p:spPr>
          <a:xfrm>
            <a:off x="571499" y="8172371"/>
            <a:ext cx="9720816" cy="15854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C472DEE-AE02-7AF4-3A48-A44DC7423A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81200" y="3330575"/>
            <a:ext cx="7986078" cy="1028700"/>
          </a:xfrm>
        </p:spPr>
        <p:txBody>
          <a:bodyPr anchor="ctr"/>
          <a:lstStyle>
            <a:lvl1pPr algn="r">
              <a:defRPr sz="2400" b="0" i="0">
                <a:solidFill>
                  <a:schemeClr val="bg1"/>
                </a:solidFill>
                <a:latin typeface="Overused Grotesk" pitchFamily="2" charset="0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F4EBD700-2F84-0491-8DC7-4E231F8A77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4946015"/>
            <a:ext cx="7986078" cy="1028700"/>
          </a:xfrm>
        </p:spPr>
        <p:txBody>
          <a:bodyPr anchor="ctr"/>
          <a:lstStyle>
            <a:lvl1pPr algn="r">
              <a:defRPr sz="2400" b="0" i="0">
                <a:solidFill>
                  <a:schemeClr val="bg1"/>
                </a:solidFill>
                <a:latin typeface="Overused Grotesk" pitchFamily="2" charset="0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CCE1144-5FE4-ADFD-8F40-8E042370D2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81200" y="6713855"/>
            <a:ext cx="7986078" cy="1028700"/>
          </a:xfrm>
        </p:spPr>
        <p:txBody>
          <a:bodyPr anchor="ctr"/>
          <a:lstStyle>
            <a:lvl1pPr algn="r">
              <a:defRPr sz="2400" b="0" i="0">
                <a:solidFill>
                  <a:schemeClr val="bg1"/>
                </a:solidFill>
                <a:latin typeface="Overused Grotesk" pitchFamily="2" charset="0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4342A47-D023-12A8-A2FD-BBB42C5853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81200" y="8441123"/>
            <a:ext cx="7986078" cy="1028700"/>
          </a:xfrm>
        </p:spPr>
        <p:txBody>
          <a:bodyPr anchor="ctr"/>
          <a:lstStyle>
            <a:lvl1pPr algn="r">
              <a:defRPr sz="2400" b="0" i="0">
                <a:solidFill>
                  <a:schemeClr val="bg1"/>
                </a:solidFill>
                <a:latin typeface="Overused Grotesk" pitchFamily="2" charset="0"/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9842736" cy="140113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BG" dirty="0"/>
              <a:t>PLACEHOLDER TEXT</a:t>
            </a:r>
          </a:p>
        </p:txBody>
      </p:sp>
      <p:sp>
        <p:nvSpPr>
          <p:cNvPr id="27" name="Slide Number Placeholder 0">
            <a:extLst>
              <a:ext uri="{FF2B5EF4-FFF2-40B4-BE49-F238E27FC236}">
                <a16:creationId xmlns:a16="http://schemas.microsoft.com/office/drawing/2014/main" id="{91F78078-26DE-9BFA-2930-6201D8B9A114}"/>
              </a:ext>
            </a:extLst>
          </p:cNvPr>
          <p:cNvSpPr txBox="1"/>
          <p:nvPr userDrawn="1"/>
        </p:nvSpPr>
        <p:spPr>
          <a:xfrm>
            <a:off x="16931735" y="9786597"/>
            <a:ext cx="1146201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r" defTabSz="914400" rtl="0" eaLnBrk="1" latinLnBrk="0" hangingPunct="1">
              <a:defRPr sz="1400" b="0" i="0" kern="1200">
                <a:solidFill>
                  <a:schemeClr val="bg1"/>
                </a:solidFill>
                <a:latin typeface="Bahnschrift" panose="020B0502040204020203" pitchFamily="34" charset="0"/>
                <a:ea typeface="Bahnschrift" panose="020B0502040204020203" pitchFamily="34" charset="0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z="1200" b="0" i="0" smtClean="0">
                <a:solidFill>
                  <a:schemeClr val="accent2"/>
                </a:solidFill>
                <a:latin typeface="Overused Grotesk" pitchFamily="2" charset="0"/>
              </a:rPr>
              <a:pPr/>
              <a:t>‹#›</a:t>
            </a:fld>
            <a:endParaRPr lang="en-US" sz="1200" b="0" i="0" dirty="0">
              <a:solidFill>
                <a:schemeClr val="accent2"/>
              </a:solidFill>
              <a:latin typeface="Overused Grotesk" pitchFamily="2" charset="0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B699E68-9E58-3A79-0ACA-CA605A7A2B46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5701E5F-44A3-34E8-B80B-96A04B0CEADE}"/>
              </a:ext>
            </a:extLst>
          </p:cNvPr>
          <p:cNvSpPr txBox="1">
            <a:spLocks/>
          </p:cNvSpPr>
          <p:nvPr userDrawn="1"/>
        </p:nvSpPr>
        <p:spPr>
          <a:xfrm>
            <a:off x="355679" y="9736542"/>
            <a:ext cx="342010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0" i="0" dirty="0">
                <a:solidFill>
                  <a:schemeClr val="bg1"/>
                </a:solidFill>
                <a:latin typeface="Overused Grotesk" pitchFamily="2" charset="0"/>
              </a:rPr>
              <a:t>©</a:t>
            </a:r>
            <a:r>
              <a:rPr lang="en-BG" sz="1100" b="0" i="0">
                <a:solidFill>
                  <a:schemeClr val="bg1"/>
                </a:solidFill>
                <a:latin typeface="Overused Grotesk" pitchFamily="2" charset="0"/>
              </a:rPr>
              <a:t>202</a:t>
            </a:r>
            <a:r>
              <a:rPr lang="en-US" sz="1100" b="0" i="0" dirty="0">
                <a:solidFill>
                  <a:schemeClr val="bg1"/>
                </a:solidFill>
                <a:latin typeface="Overused Grotesk" pitchFamily="2" charset="0"/>
              </a:rPr>
              <a:t>6</a:t>
            </a:r>
            <a:r>
              <a:rPr lang="en-BG" sz="1100" b="0" i="0">
                <a:solidFill>
                  <a:schemeClr val="bg1"/>
                </a:solidFill>
                <a:latin typeface="Overused Grotesk" pitchFamily="2" charset="0"/>
              </a:rPr>
              <a:t> </a:t>
            </a:r>
            <a:r>
              <a:rPr lang="en-BG" sz="1100" b="0" i="0" dirty="0">
                <a:solidFill>
                  <a:schemeClr val="bg1"/>
                </a:solidFill>
                <a:latin typeface="Overused Grotesk" pitchFamily="2" charset="0"/>
              </a:rPr>
              <a:t>TeKnowledge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2299C6-E79E-9F82-74F5-9622F2F896C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02149" y="573434"/>
            <a:ext cx="514351" cy="58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320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with Background and Box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8924A2A-39B5-4C7F-0558-F7CF47B4E8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590936" cy="10288588"/>
          </a:xfrm>
          <a:prstGeom prst="rect">
            <a:avLst/>
          </a:prstGeom>
        </p:spPr>
      </p:pic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8" y="1284970"/>
            <a:ext cx="9720815" cy="140113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BG" dirty="0"/>
              <a:t>PLACEHOLDER TEXT</a:t>
            </a:r>
          </a:p>
        </p:txBody>
      </p:sp>
      <p:pic>
        <p:nvPicPr>
          <p:cNvPr id="22" name="Group 1" descr="preencoded.png">
            <a:extLst>
              <a:ext uri="{FF2B5EF4-FFF2-40B4-BE49-F238E27FC236}">
                <a16:creationId xmlns:a16="http://schemas.microsoft.com/office/drawing/2014/main" id="{46D5FF0B-F5E8-37F9-F817-B0AE3FBBD269}"/>
              </a:ext>
            </a:extLst>
          </p:cNvPr>
          <p:cNvPicPr/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27" name="Slide Number Placeholder 0">
            <a:extLst>
              <a:ext uri="{FF2B5EF4-FFF2-40B4-BE49-F238E27FC236}">
                <a16:creationId xmlns:a16="http://schemas.microsoft.com/office/drawing/2014/main" id="{91F78078-26DE-9BFA-2930-6201D8B9A114}"/>
              </a:ext>
            </a:extLst>
          </p:cNvPr>
          <p:cNvSpPr txBox="1"/>
          <p:nvPr userDrawn="1"/>
        </p:nvSpPr>
        <p:spPr>
          <a:xfrm>
            <a:off x="16931735" y="9786597"/>
            <a:ext cx="1146201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r" defTabSz="914400" rtl="0" eaLnBrk="1" latinLnBrk="0" hangingPunct="1">
              <a:defRPr sz="1400" b="0" i="0" kern="1200">
                <a:solidFill>
                  <a:schemeClr val="bg1"/>
                </a:solidFill>
                <a:latin typeface="Bahnschrift" panose="020B0502040204020203" pitchFamily="34" charset="0"/>
                <a:ea typeface="Bahnschrift" panose="020B0502040204020203" pitchFamily="34" charset="0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z="1200" b="0" i="0" smtClean="0">
                <a:solidFill>
                  <a:schemeClr val="accent2"/>
                </a:solidFill>
                <a:latin typeface="Overused Grotesk" pitchFamily="2" charset="0"/>
              </a:rPr>
              <a:pPr/>
              <a:t>‹#›</a:t>
            </a:fld>
            <a:endParaRPr lang="en-US" sz="1200" b="0" i="0" dirty="0">
              <a:solidFill>
                <a:schemeClr val="accent2"/>
              </a:solidFill>
              <a:latin typeface="Overused Grotesk" pitchFamily="2" charset="0"/>
            </a:endParaRPr>
          </a:p>
        </p:txBody>
      </p:sp>
      <p:pic>
        <p:nvPicPr>
          <p:cNvPr id="28" name="Group 1000005109" descr="preencoded.png">
            <a:extLst>
              <a:ext uri="{FF2B5EF4-FFF2-40B4-BE49-F238E27FC236}">
                <a16:creationId xmlns:a16="http://schemas.microsoft.com/office/drawing/2014/main" id="{E5E35169-5BFE-D9C8-5E63-1535B7DC69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E5638C3-8C38-EB1C-5414-0AD2D113266D}"/>
              </a:ext>
            </a:extLst>
          </p:cNvPr>
          <p:cNvSpPr/>
          <p:nvPr userDrawn="1"/>
        </p:nvSpPr>
        <p:spPr>
          <a:xfrm>
            <a:off x="6013609" y="2903574"/>
            <a:ext cx="9720816" cy="3105960"/>
          </a:xfrm>
          <a:prstGeom prst="roundRect">
            <a:avLst>
              <a:gd name="adj" fmla="val 97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21778D0-605E-61F1-8C33-C9E3F5D04B09}"/>
              </a:ext>
            </a:extLst>
          </p:cNvPr>
          <p:cNvSpPr/>
          <p:nvPr userDrawn="1"/>
        </p:nvSpPr>
        <p:spPr>
          <a:xfrm>
            <a:off x="6013609" y="6373321"/>
            <a:ext cx="9720816" cy="3105960"/>
          </a:xfrm>
          <a:prstGeom prst="roundRect">
            <a:avLst>
              <a:gd name="adj" fmla="val 97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D3BA3316-3246-7FFF-0CD6-9D4B06CED8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11138" y="7612188"/>
            <a:ext cx="7998250" cy="1162420"/>
          </a:xfrm>
        </p:spPr>
        <p:txBody>
          <a:bodyPr/>
          <a:lstStyle>
            <a:lvl1pPr algn="r">
              <a:defRPr sz="2000" b="0" i="0">
                <a:solidFill>
                  <a:schemeClr val="tx1"/>
                </a:solidFill>
                <a:latin typeface="Overused Grotesk" pitchFamily="2" charset="0"/>
              </a:defRPr>
            </a:lvl1pPr>
            <a:lvl2pPr algn="r">
              <a:defRPr sz="2000" b="0" i="0">
                <a:solidFill>
                  <a:schemeClr val="tx1"/>
                </a:solidFill>
                <a:latin typeface="+mn-lt"/>
              </a:defRPr>
            </a:lvl2pPr>
            <a:lvl3pPr algn="r">
              <a:defRPr sz="2000" b="0" i="0">
                <a:solidFill>
                  <a:schemeClr val="tx1"/>
                </a:solidFill>
                <a:latin typeface="+mn-lt"/>
              </a:defRPr>
            </a:lvl3pPr>
            <a:lvl4pPr algn="r">
              <a:defRPr sz="2000" b="0" i="0">
                <a:solidFill>
                  <a:schemeClr val="tx1"/>
                </a:solidFill>
                <a:latin typeface="+mn-lt"/>
              </a:defRPr>
            </a:lvl4pPr>
            <a:lvl5pPr algn="r">
              <a:defRPr sz="2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8" name="Text Placeholder 27">
            <a:extLst>
              <a:ext uri="{FF2B5EF4-FFF2-40B4-BE49-F238E27FC236}">
                <a16:creationId xmlns:a16="http://schemas.microsoft.com/office/drawing/2014/main" id="{236FCFDD-0AAF-05B9-D3C9-6CEB4AF3B1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23310" y="4270150"/>
            <a:ext cx="7998250" cy="1162420"/>
          </a:xfrm>
        </p:spPr>
        <p:txBody>
          <a:bodyPr/>
          <a:lstStyle>
            <a:lvl1pPr algn="r">
              <a:defRPr sz="2000" b="0" i="0">
                <a:solidFill>
                  <a:schemeClr val="tx1"/>
                </a:solidFill>
                <a:latin typeface="Overused Grotesk" pitchFamily="2" charset="0"/>
              </a:defRPr>
            </a:lvl1pPr>
            <a:lvl2pPr algn="r">
              <a:defRPr sz="2000" b="0" i="0">
                <a:solidFill>
                  <a:schemeClr val="tx1"/>
                </a:solidFill>
                <a:latin typeface="+mn-lt"/>
              </a:defRPr>
            </a:lvl2pPr>
            <a:lvl3pPr algn="r">
              <a:defRPr sz="2000" b="0" i="0">
                <a:solidFill>
                  <a:schemeClr val="tx1"/>
                </a:solidFill>
                <a:latin typeface="+mn-lt"/>
              </a:defRPr>
            </a:lvl3pPr>
            <a:lvl4pPr algn="r">
              <a:defRPr sz="2000" b="0" i="0">
                <a:solidFill>
                  <a:schemeClr val="tx1"/>
                </a:solidFill>
                <a:latin typeface="+mn-lt"/>
              </a:defRPr>
            </a:lvl4pPr>
            <a:lvl5pPr algn="r">
              <a:defRPr sz="20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0" name="Text Placeholder 27">
            <a:extLst>
              <a:ext uri="{FF2B5EF4-FFF2-40B4-BE49-F238E27FC236}">
                <a16:creationId xmlns:a16="http://schemas.microsoft.com/office/drawing/2014/main" id="{E21FE676-5C5A-47C6-DA8E-FA8EDE01996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411137" y="3407711"/>
            <a:ext cx="7998251" cy="52448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90000"/>
              </a:lnSpc>
              <a:buFontTx/>
              <a:buNone/>
              <a:defRPr sz="30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1pPr>
            <a:lvl2pPr marL="457200" indent="0">
              <a:buFontTx/>
              <a:buNone/>
              <a:defRPr b="0" i="0">
                <a:latin typeface="Bahnschrift" panose="020B0502040204020203" pitchFamily="34" charset="0"/>
              </a:defRPr>
            </a:lvl2pPr>
            <a:lvl3pPr marL="914400" indent="0">
              <a:buFontTx/>
              <a:buNone/>
              <a:defRPr b="0" i="0">
                <a:latin typeface="Bahnschrift" panose="020B0502040204020203" pitchFamily="34" charset="0"/>
              </a:defRPr>
            </a:lvl3pPr>
            <a:lvl4pPr marL="1371600" indent="0">
              <a:buFontTx/>
              <a:buNone/>
              <a:defRPr b="0" i="0">
                <a:latin typeface="Bahnschrift" panose="020B0502040204020203" pitchFamily="34" charset="0"/>
              </a:defRPr>
            </a:lvl4pPr>
            <a:lvl5pPr marL="1828800" indent="0">
              <a:buFontTx/>
              <a:buNone/>
              <a:defRPr b="0" i="0"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2" name="Text Placeholder 27">
            <a:extLst>
              <a:ext uri="{FF2B5EF4-FFF2-40B4-BE49-F238E27FC236}">
                <a16:creationId xmlns:a16="http://schemas.microsoft.com/office/drawing/2014/main" id="{9D5217F0-05D6-2712-8A93-733A9E63C9D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411137" y="6767137"/>
            <a:ext cx="7998251" cy="52448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90000"/>
              </a:lnSpc>
              <a:buFontTx/>
              <a:buNone/>
              <a:defRPr sz="30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1pPr>
            <a:lvl2pPr marL="457200" indent="0">
              <a:buFontTx/>
              <a:buNone/>
              <a:defRPr b="0" i="0">
                <a:latin typeface="Bahnschrift" panose="020B0502040204020203" pitchFamily="34" charset="0"/>
              </a:defRPr>
            </a:lvl2pPr>
            <a:lvl3pPr marL="914400" indent="0">
              <a:buFontTx/>
              <a:buNone/>
              <a:defRPr b="0" i="0">
                <a:latin typeface="Bahnschrift" panose="020B0502040204020203" pitchFamily="34" charset="0"/>
              </a:defRPr>
            </a:lvl3pPr>
            <a:lvl4pPr marL="1371600" indent="0">
              <a:buFontTx/>
              <a:buNone/>
              <a:defRPr b="0" i="0">
                <a:latin typeface="Bahnschrift" panose="020B0502040204020203" pitchFamily="34" charset="0"/>
              </a:defRPr>
            </a:lvl4pPr>
            <a:lvl5pPr marL="1828800" indent="0">
              <a:buFontTx/>
              <a:buNone/>
              <a:defRPr b="0" i="0"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3765676-889D-CBC1-3D3B-90AD210DE519}"/>
              </a:ext>
            </a:extLst>
          </p:cNvPr>
          <p:cNvSpPr txBox="1">
            <a:spLocks/>
          </p:cNvSpPr>
          <p:nvPr userDrawn="1"/>
        </p:nvSpPr>
        <p:spPr>
          <a:xfrm>
            <a:off x="355679" y="9736542"/>
            <a:ext cx="342010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0" i="0" dirty="0">
                <a:solidFill>
                  <a:schemeClr val="bg1"/>
                </a:solidFill>
                <a:latin typeface="Overused Grotesk" pitchFamily="2" charset="0"/>
              </a:rPr>
              <a:t>©</a:t>
            </a:r>
            <a:r>
              <a:rPr lang="en-BG" sz="1100" b="0" i="0">
                <a:solidFill>
                  <a:schemeClr val="bg1"/>
                </a:solidFill>
                <a:latin typeface="Overused Grotesk" pitchFamily="2" charset="0"/>
              </a:rPr>
              <a:t>202</a:t>
            </a:r>
            <a:r>
              <a:rPr lang="en-US" sz="1100" b="0" i="0" dirty="0">
                <a:solidFill>
                  <a:schemeClr val="bg1"/>
                </a:solidFill>
                <a:latin typeface="Overused Grotesk" pitchFamily="2" charset="0"/>
              </a:rPr>
              <a:t>6</a:t>
            </a:r>
            <a:r>
              <a:rPr lang="en-BG" sz="1100" b="0" i="0">
                <a:solidFill>
                  <a:schemeClr val="bg1"/>
                </a:solidFill>
                <a:latin typeface="Overused Grotesk" pitchFamily="2" charset="0"/>
              </a:rPr>
              <a:t> </a:t>
            </a:r>
            <a:r>
              <a:rPr lang="en-BG" sz="1100" b="0" i="0" dirty="0">
                <a:solidFill>
                  <a:schemeClr val="bg1"/>
                </a:solidFill>
                <a:latin typeface="Overused Grotesk" pitchFamily="2" charset="0"/>
              </a:rPr>
              <a:t>TeKnowledge</a:t>
            </a:r>
          </a:p>
        </p:txBody>
      </p:sp>
    </p:spTree>
    <p:extLst>
      <p:ext uri="{BB962C8B-B14F-4D97-AF65-F5344CB8AC3E}">
        <p14:creationId xmlns:p14="http://schemas.microsoft.com/office/powerpoint/2010/main" val="3966557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oxe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305E5F4D-3EA9-3150-CC4D-CA49582FE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pic>
        <p:nvPicPr>
          <p:cNvPr id="30" name="Group 1" descr="preencoded.png">
            <a:extLst>
              <a:ext uri="{FF2B5EF4-FFF2-40B4-BE49-F238E27FC236}">
                <a16:creationId xmlns:a16="http://schemas.microsoft.com/office/drawing/2014/main" id="{5115C686-6FD7-8C1D-CC34-0D7EC9EF873E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33" name="Title 24">
            <a:extLst>
              <a:ext uri="{FF2B5EF4-FFF2-40B4-BE49-F238E27FC236}">
                <a16:creationId xmlns:a16="http://schemas.microsoft.com/office/drawing/2014/main" id="{B22A1A69-7F52-9031-02D5-6B9609BF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7810501" cy="7204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E3D6C7D-4F9B-BC94-4BEE-C3E41478B8E0}"/>
              </a:ext>
            </a:extLst>
          </p:cNvPr>
          <p:cNvSpPr/>
          <p:nvPr userDrawn="1"/>
        </p:nvSpPr>
        <p:spPr>
          <a:xfrm>
            <a:off x="6253316" y="2967471"/>
            <a:ext cx="4228715" cy="6496342"/>
          </a:xfrm>
          <a:prstGeom prst="roundRect">
            <a:avLst>
              <a:gd name="adj" fmla="val 8081"/>
            </a:avLst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BA7DBC0-A406-960C-69FD-FD2AD9425E33}"/>
              </a:ext>
            </a:extLst>
          </p:cNvPr>
          <p:cNvSpPr/>
          <p:nvPr userDrawn="1"/>
        </p:nvSpPr>
        <p:spPr>
          <a:xfrm>
            <a:off x="1506504" y="2967471"/>
            <a:ext cx="4228715" cy="6496342"/>
          </a:xfrm>
          <a:prstGeom prst="roundRect">
            <a:avLst>
              <a:gd name="adj" fmla="val 8081"/>
            </a:avLst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9DD4608-6D91-EDE3-66EA-4EFFB6EB8131}"/>
              </a:ext>
            </a:extLst>
          </p:cNvPr>
          <p:cNvSpPr/>
          <p:nvPr userDrawn="1"/>
        </p:nvSpPr>
        <p:spPr>
          <a:xfrm>
            <a:off x="11000128" y="2967471"/>
            <a:ext cx="4228715" cy="6496342"/>
          </a:xfrm>
          <a:prstGeom prst="roundRect">
            <a:avLst>
              <a:gd name="adj" fmla="val 8081"/>
            </a:avLst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D31D91B5-5EAB-366A-107F-438E653983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8211" y="4472044"/>
            <a:ext cx="3558481" cy="4626236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01E19963-06BC-9D17-FAF5-3F8BEB9B1DB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593091" y="4472044"/>
            <a:ext cx="3558481" cy="4626236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17" name="Text Placeholder 27">
            <a:extLst>
              <a:ext uri="{FF2B5EF4-FFF2-40B4-BE49-F238E27FC236}">
                <a16:creationId xmlns:a16="http://schemas.microsoft.com/office/drawing/2014/main" id="{44E8CF23-0580-E6B8-BB9E-61D14ADDB01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1325111" y="4472044"/>
            <a:ext cx="3558481" cy="4626236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ABD819A-357A-7B58-7BDB-8FCC7329091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1333163" y="3351213"/>
            <a:ext cx="3548062" cy="987425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1pPr>
            <a:lvl2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2pPr>
            <a:lvl3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3pPr>
            <a:lvl4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4pPr>
            <a:lvl5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BG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89F76CB4-C907-5DEE-0592-FA7FF4E60F8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581869" y="3351213"/>
            <a:ext cx="3548062" cy="987425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1pPr>
            <a:lvl2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2pPr>
            <a:lvl3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3pPr>
            <a:lvl4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4pPr>
            <a:lvl5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BG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F2A6E53-CFA5-B1DF-8806-CE9A3CC9D1C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830576" y="3351213"/>
            <a:ext cx="3548062" cy="987425"/>
          </a:xfrm>
        </p:spPr>
        <p:txBody>
          <a:bodyPr>
            <a:noAutofit/>
          </a:bodyPr>
          <a:lstStyle>
            <a:lvl1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1pPr>
            <a:lvl2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2pPr>
            <a:lvl3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3pPr>
            <a:lvl4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4pPr>
            <a:lvl5pPr>
              <a:defRPr sz="24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BG" dirty="0"/>
          </a:p>
        </p:txBody>
      </p:sp>
      <p:pic>
        <p:nvPicPr>
          <p:cNvPr id="3" name="Group 1000005109" descr="preencoded.png">
            <a:extLst>
              <a:ext uri="{FF2B5EF4-FFF2-40B4-BE49-F238E27FC236}">
                <a16:creationId xmlns:a16="http://schemas.microsoft.com/office/drawing/2014/main" id="{C0971C0E-8DA5-8DAF-AE90-25D097DD67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9604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oxe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7810501" cy="7204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3" name="Group 1" descr="preencoded.png">
            <a:extLst>
              <a:ext uri="{FF2B5EF4-FFF2-40B4-BE49-F238E27FC236}">
                <a16:creationId xmlns:a16="http://schemas.microsoft.com/office/drawing/2014/main" id="{BDBA77DC-9DE9-044B-B601-8172BF9A4151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1C3487F-FA61-43BA-FC89-078665F6C6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0CFC10-4663-F72A-A11F-DBADFAE1354C}"/>
              </a:ext>
            </a:extLst>
          </p:cNvPr>
          <p:cNvGrpSpPr/>
          <p:nvPr userDrawn="1"/>
        </p:nvGrpSpPr>
        <p:grpSpPr>
          <a:xfrm>
            <a:off x="0" y="5126962"/>
            <a:ext cx="18288000" cy="5601064"/>
            <a:chOff x="0" y="5126962"/>
            <a:chExt cx="18288000" cy="56010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97C41B5-C42D-E50D-BD12-9EBDD721B7FC}"/>
                </a:ext>
              </a:extLst>
            </p:cNvPr>
            <p:cNvSpPr/>
            <p:nvPr userDrawn="1"/>
          </p:nvSpPr>
          <p:spPr>
            <a:xfrm>
              <a:off x="0" y="5126962"/>
              <a:ext cx="18288000" cy="5161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D477DCEF-7942-8CBB-E8F8-FF7FCCC755B4}"/>
                </a:ext>
              </a:extLst>
            </p:cNvPr>
            <p:cNvSpPr/>
            <p:nvPr userDrawn="1"/>
          </p:nvSpPr>
          <p:spPr>
            <a:xfrm>
              <a:off x="571500" y="5126962"/>
              <a:ext cx="17145000" cy="5601064"/>
            </a:xfrm>
            <a:prstGeom prst="roundRect">
              <a:avLst>
                <a:gd name="adj" fmla="val 4019"/>
              </a:avLst>
            </a:prstGeom>
            <a:gradFill>
              <a:gsLst>
                <a:gs pos="100000">
                  <a:schemeClr val="accent1"/>
                </a:gs>
                <a:gs pos="20000">
                  <a:schemeClr val="accent5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</p:grp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DA6C5193-A82C-7122-66F9-505E5E3F6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02150" y="9782641"/>
            <a:ext cx="875786" cy="547772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verused Grotesk" pitchFamily="2" charset="0"/>
                <a:cs typeface="Overused Grotesk" pitchFamily="2" charset="0"/>
              </a:defRPr>
            </a:lvl1pPr>
          </a:lstStyle>
          <a:p>
            <a:fld id="{E54C2AF0-6624-4840-8F57-7C5177045B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3A9E0B-DEA0-2DBD-8300-D22F441F1ADD}"/>
              </a:ext>
            </a:extLst>
          </p:cNvPr>
          <p:cNvSpPr/>
          <p:nvPr userDrawn="1"/>
        </p:nvSpPr>
        <p:spPr>
          <a:xfrm>
            <a:off x="1206229" y="2918298"/>
            <a:ext cx="5136205" cy="5680953"/>
          </a:xfrm>
          <a:prstGeom prst="roundRect">
            <a:avLst>
              <a:gd name="adj" fmla="val 26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E992750-8A9D-63FC-883B-B500509649D7}"/>
              </a:ext>
            </a:extLst>
          </p:cNvPr>
          <p:cNvSpPr/>
          <p:nvPr userDrawn="1"/>
        </p:nvSpPr>
        <p:spPr>
          <a:xfrm>
            <a:off x="6536987" y="2918298"/>
            <a:ext cx="5136205" cy="5680953"/>
          </a:xfrm>
          <a:prstGeom prst="roundRect">
            <a:avLst>
              <a:gd name="adj" fmla="val 26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9241E32-39C0-435B-62C1-8F4A6B09F474}"/>
              </a:ext>
            </a:extLst>
          </p:cNvPr>
          <p:cNvSpPr/>
          <p:nvPr userDrawn="1"/>
        </p:nvSpPr>
        <p:spPr>
          <a:xfrm>
            <a:off x="11905376" y="2918298"/>
            <a:ext cx="5136205" cy="5680953"/>
          </a:xfrm>
          <a:prstGeom prst="roundRect">
            <a:avLst>
              <a:gd name="adj" fmla="val 26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28FFF9E2-ADCC-0733-0F1D-ECBA8F359B7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06500" y="2917825"/>
            <a:ext cx="5135563" cy="2894937"/>
          </a:xfrm>
          <a:prstGeom prst="roundRect">
            <a:avLst>
              <a:gd name="adj" fmla="val 3799"/>
            </a:avLst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BG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C4A28DDC-FA9A-9416-3C43-43AE4935041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36783" y="2917825"/>
            <a:ext cx="5135563" cy="2894937"/>
          </a:xfrm>
          <a:prstGeom prst="roundRect">
            <a:avLst>
              <a:gd name="adj" fmla="val 3213"/>
            </a:avLst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BG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2AB9B6B9-D309-59ED-8727-458DCB1856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1911671" y="2917825"/>
            <a:ext cx="5135563" cy="2894937"/>
          </a:xfrm>
          <a:prstGeom prst="roundRect">
            <a:avLst>
              <a:gd name="adj" fmla="val 3798"/>
            </a:avLst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BG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08ADA15-D6CB-2AF9-A75E-28861F8E416C}"/>
              </a:ext>
            </a:extLst>
          </p:cNvPr>
          <p:cNvSpPr/>
          <p:nvPr userDrawn="1"/>
        </p:nvSpPr>
        <p:spPr>
          <a:xfrm>
            <a:off x="1476334" y="6039859"/>
            <a:ext cx="2281324" cy="388933"/>
          </a:xfrm>
          <a:prstGeom prst="roundRect">
            <a:avLst>
              <a:gd name="adj" fmla="val 2309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8EFD7E3-41F0-3ED5-1556-549197705450}"/>
              </a:ext>
            </a:extLst>
          </p:cNvPr>
          <p:cNvSpPr/>
          <p:nvPr userDrawn="1"/>
        </p:nvSpPr>
        <p:spPr>
          <a:xfrm>
            <a:off x="6826158" y="6039859"/>
            <a:ext cx="2281324" cy="388933"/>
          </a:xfrm>
          <a:prstGeom prst="roundRect">
            <a:avLst>
              <a:gd name="adj" fmla="val 2309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88DE9AF-1AE5-0A6B-3414-983E25A2AD84}"/>
              </a:ext>
            </a:extLst>
          </p:cNvPr>
          <p:cNvSpPr/>
          <p:nvPr userDrawn="1"/>
        </p:nvSpPr>
        <p:spPr>
          <a:xfrm>
            <a:off x="12197265" y="6039859"/>
            <a:ext cx="2281324" cy="388933"/>
          </a:xfrm>
          <a:prstGeom prst="roundRect">
            <a:avLst>
              <a:gd name="adj" fmla="val 2309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35" name="Text Placeholder 44">
            <a:extLst>
              <a:ext uri="{FF2B5EF4-FFF2-40B4-BE49-F238E27FC236}">
                <a16:creationId xmlns:a16="http://schemas.microsoft.com/office/drawing/2014/main" id="{39E7A28E-277A-744D-E20D-8952DB2406B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27651" y="6094523"/>
            <a:ext cx="2171498" cy="2876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sz="1400" b="0" i="0">
                <a:solidFill>
                  <a:schemeClr val="bg1"/>
                </a:solidFill>
                <a:latin typeface="Bahnschrift" panose="020B0502040204020203" pitchFamily="34" charset="0"/>
              </a:defRPr>
            </a:lvl2pPr>
            <a:lvl3pPr>
              <a:defRPr sz="1400" b="0" i="0">
                <a:solidFill>
                  <a:schemeClr val="bg1"/>
                </a:solidFill>
                <a:latin typeface="Bahnschrift" panose="020B0502040204020203" pitchFamily="34" charset="0"/>
              </a:defRPr>
            </a:lvl3pPr>
            <a:lvl4pPr>
              <a:defRPr sz="1400" b="0" i="0">
                <a:solidFill>
                  <a:schemeClr val="bg1"/>
                </a:solidFill>
                <a:latin typeface="Bahnschrift" panose="020B0502040204020203" pitchFamily="34" charset="0"/>
              </a:defRPr>
            </a:lvl4pPr>
            <a:lvl5pPr>
              <a:defRPr sz="1400" b="0" i="0">
                <a:solidFill>
                  <a:schemeClr val="bg1"/>
                </a:solidFill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LOREM IPSUM DOLOR</a:t>
            </a:r>
            <a:endParaRPr lang="en-BG" dirty="0"/>
          </a:p>
        </p:txBody>
      </p:sp>
      <p:sp>
        <p:nvSpPr>
          <p:cNvPr id="40" name="Text Placeholder 27">
            <a:extLst>
              <a:ext uri="{FF2B5EF4-FFF2-40B4-BE49-F238E27FC236}">
                <a16:creationId xmlns:a16="http://schemas.microsoft.com/office/drawing/2014/main" id="{3C173ECB-15A5-DA95-DDB1-373949BCE0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76334" y="6631217"/>
            <a:ext cx="4655879" cy="1685198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42" name="Text Placeholder 27">
            <a:extLst>
              <a:ext uri="{FF2B5EF4-FFF2-40B4-BE49-F238E27FC236}">
                <a16:creationId xmlns:a16="http://schemas.microsoft.com/office/drawing/2014/main" id="{71F1F46A-4710-F1FC-2CCF-A76EFAAF1CF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770229" y="6631217"/>
            <a:ext cx="4655879" cy="1685198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44" name="Text Placeholder 27">
            <a:extLst>
              <a:ext uri="{FF2B5EF4-FFF2-40B4-BE49-F238E27FC236}">
                <a16:creationId xmlns:a16="http://schemas.microsoft.com/office/drawing/2014/main" id="{DC48FF12-3510-D983-831F-F2CFDC2F63B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2136313" y="6631217"/>
            <a:ext cx="4655879" cy="1685198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D7369343-9D4F-12FB-CDB3-AAFCB84D49E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64336" y="6094792"/>
            <a:ext cx="2271140" cy="287337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 DOLOR</a:t>
            </a:r>
            <a:endParaRPr lang="en-BG" dirty="0"/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5FAA185E-6285-CC17-BCA6-EC2BFBC16BB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244692" y="6090656"/>
            <a:ext cx="2271140" cy="287337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 DOLOR</a:t>
            </a:r>
            <a:endParaRPr lang="en-B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932C0-E2A7-8013-5427-489CC730AB66}"/>
              </a:ext>
            </a:extLst>
          </p:cNvPr>
          <p:cNvSpPr txBox="1">
            <a:spLocks/>
          </p:cNvSpPr>
          <p:nvPr userDrawn="1"/>
        </p:nvSpPr>
        <p:spPr>
          <a:xfrm>
            <a:off x="1000125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7779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7">
            <a:extLst>
              <a:ext uri="{FF2B5EF4-FFF2-40B4-BE49-F238E27FC236}">
                <a16:creationId xmlns:a16="http://schemas.microsoft.com/office/drawing/2014/main" id="{810729FA-58B6-02A2-B4AD-49F2A11D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78964" y="1282611"/>
            <a:ext cx="7402268" cy="2979737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7810501" cy="7204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3" name="Group 1" descr="preencoded.png">
            <a:extLst>
              <a:ext uri="{FF2B5EF4-FFF2-40B4-BE49-F238E27FC236}">
                <a16:creationId xmlns:a16="http://schemas.microsoft.com/office/drawing/2014/main" id="{BDBA77DC-9DE9-044B-B601-8172BF9A4151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1C3487F-FA61-43BA-FC89-078665F6C6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0CFC10-4663-F72A-A11F-DBADFAE1354C}"/>
              </a:ext>
            </a:extLst>
          </p:cNvPr>
          <p:cNvGrpSpPr/>
          <p:nvPr userDrawn="1"/>
        </p:nvGrpSpPr>
        <p:grpSpPr>
          <a:xfrm>
            <a:off x="0" y="5126962"/>
            <a:ext cx="18288000" cy="5601064"/>
            <a:chOff x="0" y="5126962"/>
            <a:chExt cx="18288000" cy="56010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97C41B5-C42D-E50D-BD12-9EBDD721B7FC}"/>
                </a:ext>
              </a:extLst>
            </p:cNvPr>
            <p:cNvSpPr/>
            <p:nvPr userDrawn="1"/>
          </p:nvSpPr>
          <p:spPr>
            <a:xfrm>
              <a:off x="0" y="5126962"/>
              <a:ext cx="18288000" cy="5161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D477DCEF-7942-8CBB-E8F8-FF7FCCC755B4}"/>
                </a:ext>
              </a:extLst>
            </p:cNvPr>
            <p:cNvSpPr/>
            <p:nvPr userDrawn="1"/>
          </p:nvSpPr>
          <p:spPr>
            <a:xfrm>
              <a:off x="571500" y="5126962"/>
              <a:ext cx="17145000" cy="5601064"/>
            </a:xfrm>
            <a:prstGeom prst="roundRect">
              <a:avLst>
                <a:gd name="adj" fmla="val 4019"/>
              </a:avLst>
            </a:prstGeom>
            <a:gradFill>
              <a:gsLst>
                <a:gs pos="100000">
                  <a:schemeClr val="accent1"/>
                </a:gs>
                <a:gs pos="20000">
                  <a:schemeClr val="accent5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CC813E6-0B28-1B42-5C13-4DC9219897ED}"/>
              </a:ext>
            </a:extLst>
          </p:cNvPr>
          <p:cNvSpPr txBox="1">
            <a:spLocks/>
          </p:cNvSpPr>
          <p:nvPr userDrawn="1"/>
        </p:nvSpPr>
        <p:spPr>
          <a:xfrm>
            <a:off x="1000125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720DB6-7CEC-74EB-8E6A-D9BD3791B6D1}"/>
              </a:ext>
            </a:extLst>
          </p:cNvPr>
          <p:cNvSpPr/>
          <p:nvPr userDrawn="1"/>
        </p:nvSpPr>
        <p:spPr>
          <a:xfrm>
            <a:off x="1095053" y="6642999"/>
            <a:ext cx="532516" cy="53251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B0C15D8-66FC-31C4-5AAE-2FFE613882B4}"/>
              </a:ext>
            </a:extLst>
          </p:cNvPr>
          <p:cNvSpPr/>
          <p:nvPr userDrawn="1"/>
        </p:nvSpPr>
        <p:spPr>
          <a:xfrm>
            <a:off x="5350646" y="6642999"/>
            <a:ext cx="532516" cy="53251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A90B247-C159-FA88-EA08-33D7E84612E9}"/>
              </a:ext>
            </a:extLst>
          </p:cNvPr>
          <p:cNvSpPr/>
          <p:nvPr userDrawn="1"/>
        </p:nvSpPr>
        <p:spPr>
          <a:xfrm>
            <a:off x="9552459" y="6642999"/>
            <a:ext cx="532516" cy="53251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19D444-0AD7-485B-C9C2-DFD2982F9D2B}"/>
              </a:ext>
            </a:extLst>
          </p:cNvPr>
          <p:cNvSpPr/>
          <p:nvPr userDrawn="1"/>
        </p:nvSpPr>
        <p:spPr>
          <a:xfrm>
            <a:off x="13799992" y="6659475"/>
            <a:ext cx="532516" cy="53251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3" name="Text Placeholder 40">
            <a:extLst>
              <a:ext uri="{FF2B5EF4-FFF2-40B4-BE49-F238E27FC236}">
                <a16:creationId xmlns:a16="http://schemas.microsoft.com/office/drawing/2014/main" id="{3443EDE1-9C17-48EF-625D-208AB93857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3427" y="6727793"/>
            <a:ext cx="532194" cy="422887"/>
          </a:xfrm>
        </p:spPr>
        <p:txBody>
          <a:bodyPr/>
          <a:lstStyle>
            <a:lvl1pPr algn="ctr">
              <a:defRPr sz="2400" b="0" i="0">
                <a:latin typeface="All Round Gothic Medium" panose="020B0603020202020104" pitchFamily="34" charset="77"/>
              </a:defRPr>
            </a:lvl1pPr>
          </a:lstStyle>
          <a:p>
            <a:pPr lvl="0"/>
            <a:r>
              <a:rPr lang="en-GB" dirty="0"/>
              <a:t>01</a:t>
            </a:r>
            <a:endParaRPr lang="en-BG" dirty="0"/>
          </a:p>
        </p:txBody>
      </p:sp>
      <p:sp>
        <p:nvSpPr>
          <p:cNvPr id="15" name="Text Placeholder 40">
            <a:extLst>
              <a:ext uri="{FF2B5EF4-FFF2-40B4-BE49-F238E27FC236}">
                <a16:creationId xmlns:a16="http://schemas.microsoft.com/office/drawing/2014/main" id="{523B014E-B591-A386-A162-8B75A3D615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5624" y="6727793"/>
            <a:ext cx="532194" cy="422887"/>
          </a:xfrm>
        </p:spPr>
        <p:txBody>
          <a:bodyPr/>
          <a:lstStyle>
            <a:lvl1pPr>
              <a:defRPr sz="2400" b="0" i="0">
                <a:latin typeface="All Round Gothic Medium" panose="020B0603020202020104" pitchFamily="34" charset="77"/>
              </a:defRPr>
            </a:lvl1pPr>
          </a:lstStyle>
          <a:p>
            <a:pPr lvl="0"/>
            <a:r>
              <a:rPr lang="en-GB" dirty="0"/>
              <a:t>02</a:t>
            </a:r>
            <a:endParaRPr lang="en-BG" dirty="0"/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403A9E56-285E-BA2C-9586-15CE9D41DD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65164" y="6727793"/>
            <a:ext cx="532194" cy="422887"/>
          </a:xfrm>
        </p:spPr>
        <p:txBody>
          <a:bodyPr/>
          <a:lstStyle>
            <a:lvl1pPr>
              <a:defRPr sz="2400" b="0" i="0">
                <a:latin typeface="All Round Gothic Medium" panose="020B0603020202020104" pitchFamily="34" charset="77"/>
              </a:defRPr>
            </a:lvl1pPr>
          </a:lstStyle>
          <a:p>
            <a:pPr lvl="0"/>
            <a:r>
              <a:rPr lang="en-GB" dirty="0"/>
              <a:t>03</a:t>
            </a:r>
            <a:endParaRPr lang="en-BG" dirty="0"/>
          </a:p>
        </p:txBody>
      </p:sp>
      <p:sp>
        <p:nvSpPr>
          <p:cNvPr id="18" name="Text Placeholder 40">
            <a:extLst>
              <a:ext uri="{FF2B5EF4-FFF2-40B4-BE49-F238E27FC236}">
                <a16:creationId xmlns:a16="http://schemas.microsoft.com/office/drawing/2014/main" id="{2F1083CA-C48A-A34C-7E20-3768A0AB9F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811612" y="6727793"/>
            <a:ext cx="532194" cy="422887"/>
          </a:xfrm>
        </p:spPr>
        <p:txBody>
          <a:bodyPr/>
          <a:lstStyle>
            <a:lvl1pPr>
              <a:defRPr sz="2400" b="0" i="0">
                <a:latin typeface="All Round Gothic Medium" panose="020B0603020202020104" pitchFamily="34" charset="77"/>
              </a:defRPr>
            </a:lvl1pPr>
          </a:lstStyle>
          <a:p>
            <a:pPr lvl="0"/>
            <a:r>
              <a:rPr lang="en-GB" dirty="0"/>
              <a:t>04</a:t>
            </a:r>
            <a:endParaRPr lang="en-BG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DA6C5193-A82C-7122-66F9-505E5E3F6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02150" y="9782641"/>
            <a:ext cx="875786" cy="547772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verused Grotesk" pitchFamily="2" charset="0"/>
                <a:cs typeface="Overused Grotesk" pitchFamily="2" charset="0"/>
              </a:defRPr>
            </a:lvl1pPr>
          </a:lstStyle>
          <a:p>
            <a:fld id="{E54C2AF0-6624-4840-8F57-7C5177045B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25F1FCE7-4357-64E6-DA03-65A0F3BDE1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08210" y="7517121"/>
            <a:ext cx="3305467" cy="1660525"/>
          </a:xfrm>
        </p:spPr>
        <p:txBody>
          <a:bodyPr>
            <a:normAutofit/>
          </a:bodyPr>
          <a:lstStyle>
            <a:lvl1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2pPr>
            <a:lvl3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3pPr>
            <a:lvl4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4pPr>
            <a:lvl5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E11E0E-32B9-9339-93DC-69A8545A362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34770" y="7517121"/>
            <a:ext cx="3305467" cy="1660525"/>
          </a:xfrm>
        </p:spPr>
        <p:txBody>
          <a:bodyPr>
            <a:normAutofit/>
          </a:bodyPr>
          <a:lstStyle>
            <a:lvl1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2pPr>
            <a:lvl3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3pPr>
            <a:lvl4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4pPr>
            <a:lvl5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421773C7-1484-CDCB-C5E9-B6C71C3B130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613419" y="7510002"/>
            <a:ext cx="3305467" cy="1660525"/>
          </a:xfrm>
        </p:spPr>
        <p:txBody>
          <a:bodyPr>
            <a:normAutofit/>
          </a:bodyPr>
          <a:lstStyle>
            <a:lvl1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2pPr>
            <a:lvl3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3pPr>
            <a:lvl4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4pPr>
            <a:lvl5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CA1F56B-E351-099A-EBD8-FB894031880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3839979" y="7510002"/>
            <a:ext cx="3305467" cy="1660525"/>
          </a:xfrm>
        </p:spPr>
        <p:txBody>
          <a:bodyPr>
            <a:normAutofit/>
          </a:bodyPr>
          <a:lstStyle>
            <a:lvl1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2pPr>
            <a:lvl3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3pPr>
            <a:lvl4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4pPr>
            <a:lvl5pPr>
              <a:defRPr sz="1600" b="0" i="0">
                <a:solidFill>
                  <a:schemeClr val="bg1"/>
                </a:solidFill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72C4893A-69B8-9415-EEC2-A29E0B4064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1599" y="5575300"/>
            <a:ext cx="8050212" cy="720725"/>
          </a:xfrm>
        </p:spPr>
        <p:txBody>
          <a:bodyPr>
            <a:normAutofit/>
          </a:bodyPr>
          <a:lstStyle>
            <a:lvl1pPr>
              <a:defRPr sz="3600" b="0" i="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pPr lvl="0"/>
            <a:r>
              <a:rPr lang="en-GB" dirty="0"/>
              <a:t>Click to edit Master title slide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2247235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 with Several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EFF0D69-675E-6149-035D-BA74A17EAD1A}"/>
              </a:ext>
            </a:extLst>
          </p:cNvPr>
          <p:cNvSpPr/>
          <p:nvPr userDrawn="1"/>
        </p:nvSpPr>
        <p:spPr>
          <a:xfrm rot="10800000">
            <a:off x="-1602" y="0"/>
            <a:ext cx="18289601" cy="10287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11000">
                <a:schemeClr val="accent5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C4F4AE-E63F-AF52-BD73-E80A63CEA9C6}"/>
              </a:ext>
            </a:extLst>
          </p:cNvPr>
          <p:cNvSpPr/>
          <p:nvPr userDrawn="1"/>
        </p:nvSpPr>
        <p:spPr>
          <a:xfrm>
            <a:off x="608366" y="616030"/>
            <a:ext cx="17064591" cy="9099470"/>
          </a:xfrm>
          <a:prstGeom prst="roundRect">
            <a:avLst>
              <a:gd name="adj" fmla="val 712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b="0" i="0" dirty="0">
                <a:latin typeface="Overused Grotesk" pitchFamily="2" charset="0"/>
              </a:rPr>
              <a:t>√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3742EF-CC7D-5F9A-ED43-FB2378A1C38B}"/>
              </a:ext>
            </a:extLst>
          </p:cNvPr>
          <p:cNvSpPr/>
          <p:nvPr userDrawn="1"/>
        </p:nvSpPr>
        <p:spPr>
          <a:xfrm>
            <a:off x="9364952" y="1221685"/>
            <a:ext cx="7751792" cy="2421245"/>
          </a:xfrm>
          <a:prstGeom prst="roundRect">
            <a:avLst>
              <a:gd name="adj" fmla="val 7475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2FA00B-2FB3-FF43-3DF2-795028E3DEDB}"/>
              </a:ext>
            </a:extLst>
          </p:cNvPr>
          <p:cNvSpPr/>
          <p:nvPr userDrawn="1"/>
        </p:nvSpPr>
        <p:spPr>
          <a:xfrm>
            <a:off x="9364952" y="3983650"/>
            <a:ext cx="7751792" cy="2421245"/>
          </a:xfrm>
          <a:prstGeom prst="roundRect">
            <a:avLst>
              <a:gd name="adj" fmla="val 7475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0D270C-E2F6-551D-5F70-054781164B59}"/>
              </a:ext>
            </a:extLst>
          </p:cNvPr>
          <p:cNvSpPr/>
          <p:nvPr userDrawn="1"/>
        </p:nvSpPr>
        <p:spPr>
          <a:xfrm>
            <a:off x="9364952" y="6745615"/>
            <a:ext cx="7751792" cy="2421245"/>
          </a:xfrm>
          <a:prstGeom prst="roundRect">
            <a:avLst>
              <a:gd name="adj" fmla="val 7475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D34EF9E5-00D3-5E4D-B973-3FC0B277C64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29458" y="1469059"/>
            <a:ext cx="7578652" cy="5244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Tx/>
              <a:buNone/>
              <a:defRPr sz="36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1pPr>
            <a:lvl2pPr marL="457200" indent="0">
              <a:buFontTx/>
              <a:buNone/>
              <a:defRPr b="0" i="0">
                <a:latin typeface="Bahnschrift" panose="020B0502040204020203" pitchFamily="34" charset="0"/>
              </a:defRPr>
            </a:lvl2pPr>
            <a:lvl3pPr marL="914400" indent="0">
              <a:buFontTx/>
              <a:buNone/>
              <a:defRPr b="0" i="0">
                <a:latin typeface="Bahnschrift" panose="020B0502040204020203" pitchFamily="34" charset="0"/>
              </a:defRPr>
            </a:lvl3pPr>
            <a:lvl4pPr marL="1371600" indent="0">
              <a:buFontTx/>
              <a:buNone/>
              <a:defRPr b="0" i="0">
                <a:latin typeface="Bahnschrift" panose="020B0502040204020203" pitchFamily="34" charset="0"/>
              </a:defRPr>
            </a:lvl4pPr>
            <a:lvl5pPr marL="1828800" indent="0">
              <a:buFontTx/>
              <a:buNone/>
              <a:defRPr b="0" i="0">
                <a:latin typeface="Bahnschrift" panose="020B0502040204020203" pitchFamily="34" charset="0"/>
              </a:defRPr>
            </a:lvl5pPr>
          </a:lstStyle>
          <a:p>
            <a:pPr lvl="0"/>
            <a:r>
              <a:rPr lang="en-BG" dirty="0"/>
              <a:t>Title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20DD03CD-8CC8-605F-A829-6EA1F1CED42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53209" y="3111091"/>
            <a:ext cx="7590190" cy="52448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FontTx/>
              <a:buNone/>
              <a:defRPr sz="1600" b="0" i="0">
                <a:solidFill>
                  <a:schemeClr val="tx1"/>
                </a:solidFill>
                <a:latin typeface="Overused Grotesk" pitchFamily="2" charset="0"/>
              </a:defRPr>
            </a:lvl1pPr>
            <a:lvl2pPr marL="4572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2pPr>
            <a:lvl3pPr marL="9144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3pPr>
            <a:lvl4pPr marL="13716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4pPr>
            <a:lvl5pPr marL="18288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</a:t>
            </a:r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52014FB0-0816-DF89-C3E4-395A3EFF987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29458" y="4183684"/>
            <a:ext cx="7578652" cy="5244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Tx/>
              <a:buNone/>
              <a:defRPr sz="36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1pPr>
            <a:lvl2pPr marL="457200" indent="0">
              <a:buFontTx/>
              <a:buNone/>
              <a:defRPr b="0" i="0">
                <a:latin typeface="Bahnschrift" panose="020B0502040204020203" pitchFamily="34" charset="0"/>
              </a:defRPr>
            </a:lvl2pPr>
            <a:lvl3pPr marL="914400" indent="0">
              <a:buFontTx/>
              <a:buNone/>
              <a:defRPr b="0" i="0">
                <a:latin typeface="Bahnschrift" panose="020B0502040204020203" pitchFamily="34" charset="0"/>
              </a:defRPr>
            </a:lvl3pPr>
            <a:lvl4pPr marL="1371600" indent="0">
              <a:buFontTx/>
              <a:buNone/>
              <a:defRPr b="0" i="0">
                <a:latin typeface="Bahnschrift" panose="020B0502040204020203" pitchFamily="34" charset="0"/>
              </a:defRPr>
            </a:lvl4pPr>
            <a:lvl5pPr marL="1828800" indent="0">
              <a:buFontTx/>
              <a:buNone/>
              <a:defRPr b="0" i="0">
                <a:latin typeface="Bahnschrift" panose="020B0502040204020203" pitchFamily="34" charset="0"/>
              </a:defRPr>
            </a:lvl5pPr>
          </a:lstStyle>
          <a:p>
            <a:pPr lvl="0"/>
            <a:r>
              <a:rPr lang="en-BG"/>
              <a:t>Title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1EECF1E9-2556-290D-5048-C48155AA64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53209" y="5825716"/>
            <a:ext cx="7590190" cy="52448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FontTx/>
              <a:buNone/>
              <a:defRPr sz="1600" b="0" i="0">
                <a:solidFill>
                  <a:schemeClr val="tx1"/>
                </a:solidFill>
                <a:latin typeface="Overused Grotesk" pitchFamily="2" charset="0"/>
              </a:defRPr>
            </a:lvl1pPr>
            <a:lvl2pPr marL="4572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2pPr>
            <a:lvl3pPr marL="9144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3pPr>
            <a:lvl4pPr marL="13716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4pPr>
            <a:lvl5pPr marL="18288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</a:t>
            </a:r>
          </a:p>
        </p:txBody>
      </p:sp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DAFC0EAF-327B-C954-E9D6-91FEB9E818F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629458" y="6984034"/>
            <a:ext cx="7578652" cy="52448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Tx/>
              <a:buNone/>
              <a:defRPr sz="3600" b="0" i="0">
                <a:solidFill>
                  <a:schemeClr val="accent1"/>
                </a:solidFill>
                <a:latin typeface="All Round Gothic Medium" panose="020B0603020202020104" pitchFamily="34" charset="77"/>
              </a:defRPr>
            </a:lvl1pPr>
            <a:lvl2pPr marL="457200" indent="0">
              <a:buFontTx/>
              <a:buNone/>
              <a:defRPr b="0" i="0">
                <a:latin typeface="Bahnschrift" panose="020B0502040204020203" pitchFamily="34" charset="0"/>
              </a:defRPr>
            </a:lvl2pPr>
            <a:lvl3pPr marL="914400" indent="0">
              <a:buFontTx/>
              <a:buNone/>
              <a:defRPr b="0" i="0">
                <a:latin typeface="Bahnschrift" panose="020B0502040204020203" pitchFamily="34" charset="0"/>
              </a:defRPr>
            </a:lvl3pPr>
            <a:lvl4pPr marL="1371600" indent="0">
              <a:buFontTx/>
              <a:buNone/>
              <a:defRPr b="0" i="0">
                <a:latin typeface="Bahnschrift" panose="020B0502040204020203" pitchFamily="34" charset="0"/>
              </a:defRPr>
            </a:lvl4pPr>
            <a:lvl5pPr marL="1828800" indent="0">
              <a:buFontTx/>
              <a:buNone/>
              <a:defRPr b="0" i="0">
                <a:latin typeface="Bahnschrift" panose="020B0502040204020203" pitchFamily="34" charset="0"/>
              </a:defRPr>
            </a:lvl5pPr>
          </a:lstStyle>
          <a:p>
            <a:pPr lvl="0"/>
            <a:r>
              <a:rPr lang="en-BG"/>
              <a:t>Title</a:t>
            </a:r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DCC8E0BC-4FD9-071C-E532-54DC6B1AEAD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553209" y="8626066"/>
            <a:ext cx="7590190" cy="52448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FontTx/>
              <a:buNone/>
              <a:defRPr sz="1600" b="0" i="0">
                <a:solidFill>
                  <a:schemeClr val="tx1"/>
                </a:solidFill>
                <a:latin typeface="Overused Grotesk" pitchFamily="2" charset="0"/>
              </a:defRPr>
            </a:lvl1pPr>
            <a:lvl2pPr marL="4572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2pPr>
            <a:lvl3pPr marL="9144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3pPr>
            <a:lvl4pPr marL="13716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4pPr>
            <a:lvl5pPr marL="1828800" indent="0">
              <a:buFontTx/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66756F-334C-B905-548E-4D60771A285B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 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20" name="Slide Number Placeholder 0">
            <a:extLst>
              <a:ext uri="{FF2B5EF4-FFF2-40B4-BE49-F238E27FC236}">
                <a16:creationId xmlns:a16="http://schemas.microsoft.com/office/drawing/2014/main" id="{02E8A064-B06B-CA51-F459-E026063B64E2}"/>
              </a:ext>
            </a:extLst>
          </p:cNvPr>
          <p:cNvSpPr txBox="1"/>
          <p:nvPr userDrawn="1"/>
        </p:nvSpPr>
        <p:spPr>
          <a:xfrm>
            <a:off x="16931735" y="9786597"/>
            <a:ext cx="1146201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r" defTabSz="914400" rtl="0" eaLnBrk="1" latinLnBrk="0" hangingPunct="1">
              <a:defRPr sz="1400" b="0" i="0" kern="1200">
                <a:solidFill>
                  <a:schemeClr val="bg1"/>
                </a:solidFill>
                <a:latin typeface="Bahnschrift" panose="020B0502040204020203" pitchFamily="34" charset="0"/>
                <a:ea typeface="Bahnschrift" panose="020B0502040204020203" pitchFamily="34" charset="0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z="1200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US" sz="12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pic>
        <p:nvPicPr>
          <p:cNvPr id="28" name="Frame 2147223435" descr="preencoded.png">
            <a:extLst>
              <a:ext uri="{FF2B5EF4-FFF2-40B4-BE49-F238E27FC236}">
                <a16:creationId xmlns:a16="http://schemas.microsoft.com/office/drawing/2014/main" id="{125D29CF-49E2-E263-EF66-0B3BA221A1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72858" y="1249278"/>
            <a:ext cx="428625" cy="228600"/>
          </a:xfrm>
          <a:prstGeom prst="rect">
            <a:avLst/>
          </a:prstGeom>
        </p:spPr>
      </p:pic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592C836C-A4E5-4589-126A-E6DBFB4858C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709468" y="1219342"/>
            <a:ext cx="6480682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706253E-F071-0C2C-A099-A64CF2381D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4601" y="3225956"/>
            <a:ext cx="7045549" cy="1385496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017F7B0-B94D-7EDE-55E0-D17501E69A0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144601" y="5115716"/>
            <a:ext cx="7045549" cy="1385496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sp>
        <p:nvSpPr>
          <p:cNvPr id="3" name="Title 24">
            <a:extLst>
              <a:ext uri="{FF2B5EF4-FFF2-40B4-BE49-F238E27FC236}">
                <a16:creationId xmlns:a16="http://schemas.microsoft.com/office/drawing/2014/main" id="{7E05F5EF-14BD-3FF6-4AD6-D193C69B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256" y="1887724"/>
            <a:ext cx="7810501" cy="7204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0574808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oup 1" descr="preencoded.png">
            <a:extLst>
              <a:ext uri="{FF2B5EF4-FFF2-40B4-BE49-F238E27FC236}">
                <a16:creationId xmlns:a16="http://schemas.microsoft.com/office/drawing/2014/main" id="{7C8523A0-9939-4E4B-7A3E-8AF2BA2B1CBA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647261-BC3D-9D47-B572-71533209219D}"/>
              </a:ext>
            </a:extLst>
          </p:cNvPr>
          <p:cNvSpPr/>
          <p:nvPr userDrawn="1"/>
        </p:nvSpPr>
        <p:spPr>
          <a:xfrm rot="10800000">
            <a:off x="-1602" y="0"/>
            <a:ext cx="18289601" cy="10287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1"/>
              </a:gs>
              <a:gs pos="11000">
                <a:schemeClr val="accent5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9D2D3A-711D-5B54-A8D0-B91B3DB01B68}"/>
              </a:ext>
            </a:extLst>
          </p:cNvPr>
          <p:cNvSpPr/>
          <p:nvPr userDrawn="1"/>
        </p:nvSpPr>
        <p:spPr>
          <a:xfrm>
            <a:off x="608366" y="616030"/>
            <a:ext cx="17064591" cy="9099470"/>
          </a:xfrm>
          <a:prstGeom prst="roundRect">
            <a:avLst>
              <a:gd name="adj" fmla="val 712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4C48B45-7EED-A495-A221-F87F2FF4C3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30463" y="993608"/>
            <a:ext cx="13355637" cy="4445000"/>
          </a:xfrm>
          <a:prstGeom prst="roundRect">
            <a:avLst>
              <a:gd name="adj" fmla="val 3675"/>
            </a:avLst>
          </a:prstGeom>
        </p:spPr>
        <p:txBody>
          <a:bodyPr/>
          <a:lstStyle/>
          <a:p>
            <a:endParaRPr lang="en-BG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8D9350C-87ED-4879-9A0D-724BB3920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0463" y="6070346"/>
            <a:ext cx="13355637" cy="1657080"/>
          </a:xfrm>
        </p:spPr>
        <p:txBody>
          <a:bodyPr anchor="t"/>
          <a:lstStyle>
            <a:lvl1pPr algn="ctr">
              <a:lnSpc>
                <a:spcPct val="80000"/>
              </a:lnSpc>
              <a:defRPr sz="600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1038C5-B961-1214-C806-DB8635792F46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1" name="Slide Number Placeholder 0">
            <a:extLst>
              <a:ext uri="{FF2B5EF4-FFF2-40B4-BE49-F238E27FC236}">
                <a16:creationId xmlns:a16="http://schemas.microsoft.com/office/drawing/2014/main" id="{43A05C0D-2765-B6A2-E4A6-48C112C00EEE}"/>
              </a:ext>
            </a:extLst>
          </p:cNvPr>
          <p:cNvSpPr txBox="1"/>
          <p:nvPr userDrawn="1"/>
        </p:nvSpPr>
        <p:spPr>
          <a:xfrm>
            <a:off x="16931735" y="9786597"/>
            <a:ext cx="1146201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r" defTabSz="914400" rtl="0" eaLnBrk="1" latinLnBrk="0" hangingPunct="1">
              <a:defRPr sz="1400" b="0" i="0" kern="1200">
                <a:solidFill>
                  <a:schemeClr val="bg1"/>
                </a:solidFill>
                <a:latin typeface="Bahnschrift" panose="020B0502040204020203" pitchFamily="34" charset="0"/>
                <a:ea typeface="Bahnschrift" panose="020B0502040204020203" pitchFamily="34" charset="0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z="1200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US" sz="12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19F10CEE-E71E-00EE-A2A3-A873750868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46045" y="8302014"/>
            <a:ext cx="7144430" cy="958230"/>
          </a:xfrm>
        </p:spPr>
        <p:txBody>
          <a:bodyPr/>
          <a:lstStyle>
            <a:lvl1pPr algn="ctr">
              <a:defRPr sz="2000" b="0" i="0">
                <a:solidFill>
                  <a:schemeClr val="bg1"/>
                </a:solidFill>
                <a:latin typeface="Overused Grotesk" pitchFamily="2" charset="0"/>
              </a:defRPr>
            </a:lvl1pPr>
            <a:lvl2pPr algn="ctr">
              <a:defRPr sz="2000" b="0" i="0">
                <a:solidFill>
                  <a:schemeClr val="bg1"/>
                </a:solidFill>
                <a:latin typeface="+mn-lt"/>
              </a:defRPr>
            </a:lvl2pPr>
            <a:lvl3pPr algn="ctr">
              <a:defRPr sz="2000" b="0" i="0">
                <a:solidFill>
                  <a:schemeClr val="bg1"/>
                </a:solidFill>
                <a:latin typeface="+mn-lt"/>
              </a:defRPr>
            </a:lvl3pPr>
            <a:lvl4pPr algn="ctr">
              <a:defRPr sz="2000" b="0" i="0">
                <a:solidFill>
                  <a:schemeClr val="bg1"/>
                </a:solidFill>
                <a:latin typeface="+mn-lt"/>
              </a:defRPr>
            </a:lvl4pPr>
            <a:lvl5pPr algn="ctr">
              <a:defRPr sz="2000"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91370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hoto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7512698" cy="14011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2D87A3B7-8C4C-DED2-22F0-70B9CEF4D8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29600" y="1284908"/>
            <a:ext cx="7962900" cy="958230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pic>
        <p:nvPicPr>
          <p:cNvPr id="10" name="image" descr="preencoded.png">
            <a:extLst>
              <a:ext uri="{FF2B5EF4-FFF2-40B4-BE49-F238E27FC236}">
                <a16:creationId xmlns:a16="http://schemas.microsoft.com/office/drawing/2014/main" id="{D2504A67-98AD-39F1-80D3-36EEE7DBD0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29600" y="2371725"/>
            <a:ext cx="7962900" cy="7343775"/>
          </a:xfrm>
          <a:prstGeom prst="rect">
            <a:avLst/>
          </a:prstGeom>
        </p:spPr>
      </p:pic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28DA4AB-FCCD-4CD3-C5C1-D79DA8EF11E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29712" y="3644971"/>
            <a:ext cx="5962676" cy="4797282"/>
          </a:xfrm>
          <a:custGeom>
            <a:avLst/>
            <a:gdLst>
              <a:gd name="connsiteX0" fmla="*/ 238215 w 7726452"/>
              <a:gd name="connsiteY0" fmla="*/ 144 h 7922334"/>
              <a:gd name="connsiteX1" fmla="*/ 3863226 w 7726452"/>
              <a:gd name="connsiteY1" fmla="*/ 145085 h 7922334"/>
              <a:gd name="connsiteX2" fmla="*/ 7488237 w 7726452"/>
              <a:gd name="connsiteY2" fmla="*/ 144 h 7922334"/>
              <a:gd name="connsiteX3" fmla="*/ 7725805 w 7726452"/>
              <a:gd name="connsiteY3" fmla="*/ 318150 h 7922334"/>
              <a:gd name="connsiteX4" fmla="*/ 7505086 w 7726452"/>
              <a:gd name="connsiteY4" fmla="*/ 3938452 h 7922334"/>
              <a:gd name="connsiteX5" fmla="*/ 7505086 w 7726452"/>
              <a:gd name="connsiteY5" fmla="*/ 3983882 h 7922334"/>
              <a:gd name="connsiteX6" fmla="*/ 7725805 w 7726452"/>
              <a:gd name="connsiteY6" fmla="*/ 7604184 h 7922334"/>
              <a:gd name="connsiteX7" fmla="*/ 7488237 w 7726452"/>
              <a:gd name="connsiteY7" fmla="*/ 7922191 h 7922334"/>
              <a:gd name="connsiteX8" fmla="*/ 3863226 w 7726452"/>
              <a:gd name="connsiteY8" fmla="*/ 7777249 h 7922334"/>
              <a:gd name="connsiteX9" fmla="*/ 238215 w 7726452"/>
              <a:gd name="connsiteY9" fmla="*/ 7922191 h 7922334"/>
              <a:gd name="connsiteX10" fmla="*/ 648 w 7726452"/>
              <a:gd name="connsiteY10" fmla="*/ 7604184 h 7922334"/>
              <a:gd name="connsiteX11" fmla="*/ 221367 w 7726452"/>
              <a:gd name="connsiteY11" fmla="*/ 3983882 h 7922334"/>
              <a:gd name="connsiteX12" fmla="*/ 221367 w 7726452"/>
              <a:gd name="connsiteY12" fmla="*/ 3938452 h 7922334"/>
              <a:gd name="connsiteX13" fmla="*/ 648 w 7726452"/>
              <a:gd name="connsiteY13" fmla="*/ 318150 h 7922334"/>
              <a:gd name="connsiteX14" fmla="*/ 238215 w 7726452"/>
              <a:gd name="connsiteY14" fmla="*/ 144 h 7922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726452" h="7922334">
                <a:moveTo>
                  <a:pt x="238215" y="144"/>
                </a:moveTo>
                <a:lnTo>
                  <a:pt x="3863226" y="145085"/>
                </a:lnTo>
                <a:lnTo>
                  <a:pt x="7488237" y="144"/>
                </a:lnTo>
                <a:cubicBezTo>
                  <a:pt x="7624712" y="-5265"/>
                  <a:pt x="7735914" y="142922"/>
                  <a:pt x="7725805" y="318150"/>
                </a:cubicBezTo>
                <a:lnTo>
                  <a:pt x="7505086" y="3938452"/>
                </a:lnTo>
                <a:lnTo>
                  <a:pt x="7505086" y="3983882"/>
                </a:lnTo>
                <a:lnTo>
                  <a:pt x="7725805" y="7604184"/>
                </a:lnTo>
                <a:cubicBezTo>
                  <a:pt x="7735914" y="7779412"/>
                  <a:pt x="7626397" y="7927599"/>
                  <a:pt x="7488237" y="7922191"/>
                </a:cubicBezTo>
                <a:lnTo>
                  <a:pt x="3863226" y="7777249"/>
                </a:lnTo>
                <a:lnTo>
                  <a:pt x="238215" y="7922191"/>
                </a:lnTo>
                <a:cubicBezTo>
                  <a:pt x="101740" y="7927599"/>
                  <a:pt x="-9462" y="7779412"/>
                  <a:pt x="648" y="7604184"/>
                </a:cubicBezTo>
                <a:lnTo>
                  <a:pt x="221367" y="3983882"/>
                </a:lnTo>
                <a:lnTo>
                  <a:pt x="221367" y="3938452"/>
                </a:lnTo>
                <a:lnTo>
                  <a:pt x="648" y="318150"/>
                </a:lnTo>
                <a:cubicBezTo>
                  <a:pt x="-9462" y="142922"/>
                  <a:pt x="100055" y="-5265"/>
                  <a:pt x="238215" y="14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8979517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6521135" cy="14011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2D87A3B7-8C4C-DED2-22F0-70B9CEF4D8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8881" y="6677025"/>
            <a:ext cx="6401833" cy="2799230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1" y="553117"/>
            <a:ext cx="5966416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BDBBA05B-CE4C-F53F-69A9-0202C4C92E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1238" y="582145"/>
            <a:ext cx="9450387" cy="4450367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BG"/>
          </a:p>
        </p:txBody>
      </p:sp>
      <p:sp>
        <p:nvSpPr>
          <p:cNvPr id="18" name="Picture Placeholder 25">
            <a:extLst>
              <a:ext uri="{FF2B5EF4-FFF2-40B4-BE49-F238E27FC236}">
                <a16:creationId xmlns:a16="http://schemas.microsoft.com/office/drawing/2014/main" id="{D8DF9E44-B6D7-11CE-8ED6-54EB7ECCE4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2172950" y="5141913"/>
            <a:ext cx="4638675" cy="222885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BG"/>
          </a:p>
        </p:txBody>
      </p:sp>
      <p:sp>
        <p:nvSpPr>
          <p:cNvPr id="19" name="Picture Placeholder 25">
            <a:extLst>
              <a:ext uri="{FF2B5EF4-FFF2-40B4-BE49-F238E27FC236}">
                <a16:creationId xmlns:a16="http://schemas.microsoft.com/office/drawing/2014/main" id="{E4316651-3CF5-DC75-859B-05AEF4D4C18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172950" y="7480164"/>
            <a:ext cx="4638675" cy="222885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BG"/>
          </a:p>
        </p:txBody>
      </p:sp>
      <p:sp>
        <p:nvSpPr>
          <p:cNvPr id="20" name="Picture Placeholder 25">
            <a:extLst>
              <a:ext uri="{FF2B5EF4-FFF2-40B4-BE49-F238E27FC236}">
                <a16:creationId xmlns:a16="http://schemas.microsoft.com/office/drawing/2014/main" id="{15BE7F06-4223-A9B1-D4F7-BAA799DE12E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361238" y="5141913"/>
            <a:ext cx="4706937" cy="222885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BG"/>
          </a:p>
        </p:txBody>
      </p:sp>
      <p:sp>
        <p:nvSpPr>
          <p:cNvPr id="21" name="Picture Placeholder 25">
            <a:extLst>
              <a:ext uri="{FF2B5EF4-FFF2-40B4-BE49-F238E27FC236}">
                <a16:creationId xmlns:a16="http://schemas.microsoft.com/office/drawing/2014/main" id="{A84B9FB4-69E2-B5C1-9763-3CBDB139918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61238" y="7480164"/>
            <a:ext cx="4706937" cy="222885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874391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2D87A3B7-8C4C-DED2-22F0-70B9CEF4D8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8881" y="6677025"/>
            <a:ext cx="7515316" cy="2799230"/>
          </a:xfrm>
        </p:spPr>
        <p:txBody>
          <a:bodyPr/>
          <a:lstStyle>
            <a:lvl1pPr>
              <a:defRPr sz="2000" b="0" i="0">
                <a:latin typeface="Overused Grotesk" pitchFamily="2" charset="0"/>
              </a:defRPr>
            </a:lvl1pPr>
            <a:lvl2pPr>
              <a:defRPr sz="2000" b="0" i="0">
                <a:latin typeface="Overused Grotesk" pitchFamily="2" charset="0"/>
              </a:defRPr>
            </a:lvl2pPr>
            <a:lvl3pPr>
              <a:defRPr sz="2000" b="0" i="0">
                <a:latin typeface="Overused Grotesk" pitchFamily="2" charset="0"/>
              </a:defRPr>
            </a:lvl3pPr>
            <a:lvl4pPr>
              <a:defRPr sz="2000" b="0" i="0">
                <a:latin typeface="Overused Grotesk" pitchFamily="2" charset="0"/>
              </a:defRPr>
            </a:lvl4pPr>
            <a:lvl5pPr>
              <a:defRPr sz="2000" b="0" i="0">
                <a:latin typeface="Overused Grotesk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G" dirty="0"/>
          </a:p>
        </p:txBody>
      </p:sp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0B583BB0-53EF-C0E0-4D78-863D9FA951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02664" y="582145"/>
            <a:ext cx="8208961" cy="3031473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BG"/>
          </a:p>
        </p:txBody>
      </p:sp>
      <p:sp>
        <p:nvSpPr>
          <p:cNvPr id="7" name="Picture Placeholder 25">
            <a:extLst>
              <a:ext uri="{FF2B5EF4-FFF2-40B4-BE49-F238E27FC236}">
                <a16:creationId xmlns:a16="http://schemas.microsoft.com/office/drawing/2014/main" id="{1BD98D17-665A-FC1D-7F9D-FBC9A548FA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02663" y="3624263"/>
            <a:ext cx="8207374" cy="3052762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BG"/>
          </a:p>
        </p:txBody>
      </p:sp>
      <p:sp>
        <p:nvSpPr>
          <p:cNvPr id="8" name="Picture Placeholder 25">
            <a:extLst>
              <a:ext uri="{FF2B5EF4-FFF2-40B4-BE49-F238E27FC236}">
                <a16:creationId xmlns:a16="http://schemas.microsoft.com/office/drawing/2014/main" id="{209CB033-B7F7-096F-E733-915DCF3A4F5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601075" y="6662737"/>
            <a:ext cx="8207374" cy="3042118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BG"/>
          </a:p>
        </p:txBody>
      </p:sp>
      <p:sp>
        <p:nvSpPr>
          <p:cNvPr id="9" name="Title 24">
            <a:extLst>
              <a:ext uri="{FF2B5EF4-FFF2-40B4-BE49-F238E27FC236}">
                <a16:creationId xmlns:a16="http://schemas.microsoft.com/office/drawing/2014/main" id="{32A7FADD-B0F4-787A-2261-71AA36CF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6961558" cy="14011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6011871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White and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02906" y="583053"/>
            <a:ext cx="428625" cy="228600"/>
          </a:xfrm>
          <a:prstGeom prst="rect">
            <a:avLst/>
          </a:prstGeom>
        </p:spPr>
      </p:pic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9516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pic>
        <p:nvPicPr>
          <p:cNvPr id="6" name="Rectangle 18879" descr="preencoded.png">
            <a:extLst>
              <a:ext uri="{FF2B5EF4-FFF2-40B4-BE49-F238E27FC236}">
                <a16:creationId xmlns:a16="http://schemas.microsoft.com/office/drawing/2014/main" id="{8C99A496-AC5E-2D44-61EC-B616AEE59606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997148"/>
            <a:ext cx="18305267" cy="3289852"/>
          </a:xfrm>
          <a:prstGeom prst="rect">
            <a:avLst/>
          </a:prstGeom>
        </p:spPr>
      </p:pic>
      <p:sp>
        <p:nvSpPr>
          <p:cNvPr id="10" name="Title 24">
            <a:extLst>
              <a:ext uri="{FF2B5EF4-FFF2-40B4-BE49-F238E27FC236}">
                <a16:creationId xmlns:a16="http://schemas.microsoft.com/office/drawing/2014/main" id="{08F778D9-B0A9-A6D3-CDEE-C0A0C888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715" y="1098599"/>
            <a:ext cx="13550570" cy="1401139"/>
          </a:xfrm>
        </p:spPr>
        <p:txBody>
          <a:bodyPr>
            <a:normAutofit/>
          </a:bodyPr>
          <a:lstStyle>
            <a:lvl1pPr algn="ctr">
              <a:defRPr sz="4600"/>
            </a:lvl1pPr>
          </a:lstStyle>
          <a:p>
            <a:r>
              <a:rPr lang="en-GB" dirty="0"/>
              <a:t>Click to edit Master title style</a:t>
            </a:r>
            <a:endParaRPr lang="en-B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C9757C-A3B4-AAAA-DE38-155FAE42F699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 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2" name="Slide Number Placeholder 0">
            <a:extLst>
              <a:ext uri="{FF2B5EF4-FFF2-40B4-BE49-F238E27FC236}">
                <a16:creationId xmlns:a16="http://schemas.microsoft.com/office/drawing/2014/main" id="{66A7BADA-CE49-20F1-7A17-16204E80DFFB}"/>
              </a:ext>
            </a:extLst>
          </p:cNvPr>
          <p:cNvSpPr txBox="1"/>
          <p:nvPr userDrawn="1"/>
        </p:nvSpPr>
        <p:spPr>
          <a:xfrm>
            <a:off x="16931735" y="9786597"/>
            <a:ext cx="1146201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r" defTabSz="914400" rtl="0" eaLnBrk="1" latinLnBrk="0" hangingPunct="1">
              <a:defRPr sz="1400" b="0" i="0" kern="1200">
                <a:solidFill>
                  <a:schemeClr val="bg1"/>
                </a:solidFill>
                <a:latin typeface="Bahnschrift" panose="020B0502040204020203" pitchFamily="34" charset="0"/>
                <a:ea typeface="Bahnschrift" panose="020B0502040204020203" pitchFamily="34" charset="0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z="1200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US" sz="12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6104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with Shap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0"/>
            <a:ext cx="7810501" cy="720439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3" name="Group 1" descr="preencoded.png">
            <a:extLst>
              <a:ext uri="{FF2B5EF4-FFF2-40B4-BE49-F238E27FC236}">
                <a16:creationId xmlns:a16="http://schemas.microsoft.com/office/drawing/2014/main" id="{BDBA77DC-9DE9-044B-B601-8172BF9A4151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1C3487F-FA61-43BA-FC89-078665F6C6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9FBD60B5-BBED-D22B-1DD9-977DD84EE0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FF524EE-1B24-E83C-607E-B3E8DF1BA013}"/>
              </a:ext>
            </a:extLst>
          </p:cNvPr>
          <p:cNvSpPr/>
          <p:nvPr userDrawn="1"/>
        </p:nvSpPr>
        <p:spPr>
          <a:xfrm>
            <a:off x="692859" y="3263581"/>
            <a:ext cx="3268180" cy="32681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18F134-41DD-44E4-9928-F66C7D2ED608}"/>
              </a:ext>
            </a:extLst>
          </p:cNvPr>
          <p:cNvSpPr/>
          <p:nvPr userDrawn="1"/>
        </p:nvSpPr>
        <p:spPr>
          <a:xfrm>
            <a:off x="4686198" y="3306111"/>
            <a:ext cx="3196509" cy="319650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72E74A4-A3F2-D470-ABEF-157A8CA203E9}"/>
              </a:ext>
            </a:extLst>
          </p:cNvPr>
          <p:cNvSpPr/>
          <p:nvPr userDrawn="1"/>
        </p:nvSpPr>
        <p:spPr>
          <a:xfrm>
            <a:off x="12479061" y="3255173"/>
            <a:ext cx="3196509" cy="3288744"/>
          </a:xfrm>
          <a:custGeom>
            <a:avLst/>
            <a:gdLst>
              <a:gd name="connsiteX0" fmla="*/ 12513 w 2068423"/>
              <a:gd name="connsiteY0" fmla="*/ 313838 h 2128107"/>
              <a:gd name="connsiteX1" fmla="*/ 306177 w 2068423"/>
              <a:gd name="connsiteY1" fmla="*/ 14455 h 2128107"/>
              <a:gd name="connsiteX2" fmla="*/ 990443 w 2068423"/>
              <a:gd name="connsiteY2" fmla="*/ 228300 h 2128107"/>
              <a:gd name="connsiteX3" fmla="*/ 1049366 w 2068423"/>
              <a:gd name="connsiteY3" fmla="*/ 228300 h 2128107"/>
              <a:gd name="connsiteX4" fmla="*/ 1764044 w 2068423"/>
              <a:gd name="connsiteY4" fmla="*/ 10653 h 2128107"/>
              <a:gd name="connsiteX5" fmla="*/ 2055807 w 2068423"/>
              <a:gd name="connsiteY5" fmla="*/ 310987 h 2128107"/>
              <a:gd name="connsiteX6" fmla="*/ 1811562 w 2068423"/>
              <a:gd name="connsiteY6" fmla="*/ 1038062 h 2128107"/>
              <a:gd name="connsiteX7" fmla="*/ 1811562 w 2068423"/>
              <a:gd name="connsiteY7" fmla="*/ 1101741 h 2128107"/>
              <a:gd name="connsiteX8" fmla="*/ 2052006 w 2068423"/>
              <a:gd name="connsiteY8" fmla="*/ 1817411 h 2128107"/>
              <a:gd name="connsiteX9" fmla="*/ 1755490 w 2068423"/>
              <a:gd name="connsiteY9" fmla="*/ 2115844 h 2128107"/>
              <a:gd name="connsiteX10" fmla="*/ 1051267 w 2068423"/>
              <a:gd name="connsiteY10" fmla="*/ 1884891 h 2128107"/>
              <a:gd name="connsiteX11" fmla="*/ 987592 w 2068423"/>
              <a:gd name="connsiteY11" fmla="*/ 1884891 h 2128107"/>
              <a:gd name="connsiteX12" fmla="*/ 313780 w 2068423"/>
              <a:gd name="connsiteY12" fmla="*/ 2111092 h 2128107"/>
              <a:gd name="connsiteX13" fmla="*/ 15364 w 2068423"/>
              <a:gd name="connsiteY13" fmla="*/ 1812658 h 2128107"/>
              <a:gd name="connsiteX14" fmla="*/ 254857 w 2068423"/>
              <a:gd name="connsiteY14" fmla="*/ 1101741 h 2128107"/>
              <a:gd name="connsiteX15" fmla="*/ 254857 w 2068423"/>
              <a:gd name="connsiteY15" fmla="*/ 1038062 h 2128107"/>
              <a:gd name="connsiteX16" fmla="*/ 11563 w 2068423"/>
              <a:gd name="connsiteY16" fmla="*/ 314789 h 212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68423" h="2128107">
                <a:moveTo>
                  <a:pt x="12513" y="313838"/>
                </a:moveTo>
                <a:cubicBezTo>
                  <a:pt x="-48310" y="131357"/>
                  <a:pt x="122756" y="-43521"/>
                  <a:pt x="306177" y="14455"/>
                </a:cubicBezTo>
                <a:lnTo>
                  <a:pt x="990443" y="228300"/>
                </a:lnTo>
                <a:cubicBezTo>
                  <a:pt x="1009451" y="234003"/>
                  <a:pt x="1030359" y="234003"/>
                  <a:pt x="1049366" y="228300"/>
                </a:cubicBezTo>
                <a:lnTo>
                  <a:pt x="1764044" y="10653"/>
                </a:lnTo>
                <a:cubicBezTo>
                  <a:pt x="1947465" y="-45422"/>
                  <a:pt x="2116631" y="129456"/>
                  <a:pt x="2055807" y="310987"/>
                </a:cubicBezTo>
                <a:lnTo>
                  <a:pt x="1811562" y="1038062"/>
                </a:lnTo>
                <a:cubicBezTo>
                  <a:pt x="1804910" y="1058972"/>
                  <a:pt x="1804910" y="1080831"/>
                  <a:pt x="1811562" y="1101741"/>
                </a:cubicBezTo>
                <a:lnTo>
                  <a:pt x="2052006" y="1817411"/>
                </a:lnTo>
                <a:cubicBezTo>
                  <a:pt x="2113780" y="2000843"/>
                  <a:pt x="1939862" y="2176671"/>
                  <a:pt x="1755490" y="2115844"/>
                </a:cubicBezTo>
                <a:lnTo>
                  <a:pt x="1051267" y="1884891"/>
                </a:lnTo>
                <a:cubicBezTo>
                  <a:pt x="1030359" y="1878238"/>
                  <a:pt x="1008500" y="1878238"/>
                  <a:pt x="987592" y="1884891"/>
                </a:cubicBezTo>
                <a:lnTo>
                  <a:pt x="313780" y="2111092"/>
                </a:lnTo>
                <a:cubicBezTo>
                  <a:pt x="129409" y="2172870"/>
                  <a:pt x="-46410" y="1997041"/>
                  <a:pt x="15364" y="1812658"/>
                </a:cubicBezTo>
                <a:lnTo>
                  <a:pt x="254857" y="1101741"/>
                </a:lnTo>
                <a:cubicBezTo>
                  <a:pt x="261510" y="1080831"/>
                  <a:pt x="261510" y="1058972"/>
                  <a:pt x="254857" y="1038062"/>
                </a:cubicBezTo>
                <a:lnTo>
                  <a:pt x="11563" y="314789"/>
                </a:lnTo>
                <a:close/>
              </a:path>
            </a:pathLst>
          </a:custGeom>
          <a:solidFill>
            <a:schemeClr val="accent1"/>
          </a:solidFill>
          <a:ln w="9493" cap="flat">
            <a:noFill/>
            <a:prstDash val="solid"/>
            <a:miter/>
          </a:ln>
        </p:spPr>
        <p:txBody>
          <a:bodyPr rtlCol="0" anchor="ctr"/>
          <a:lstStyle/>
          <a:p>
            <a:endParaRPr lang="en-BG" b="0" i="0" dirty="0">
              <a:latin typeface="Overused Grotesk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224EB7-CB0A-3776-5DF1-4A657AF8A4DC}"/>
              </a:ext>
            </a:extLst>
          </p:cNvPr>
          <p:cNvSpPr/>
          <p:nvPr userDrawn="1"/>
        </p:nvSpPr>
        <p:spPr>
          <a:xfrm>
            <a:off x="8576468" y="3288295"/>
            <a:ext cx="3268180" cy="32681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6234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EF9C86-83FB-755F-0637-1E70A311E5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3999707" y="-3999707"/>
            <a:ext cx="10288588" cy="182880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D97DE7-37A5-DD53-847C-BF70F15F73DA}"/>
              </a:ext>
            </a:extLst>
          </p:cNvPr>
          <p:cNvSpPr/>
          <p:nvPr userDrawn="1"/>
        </p:nvSpPr>
        <p:spPr>
          <a:xfrm>
            <a:off x="13583" y="0"/>
            <a:ext cx="18288000" cy="10288588"/>
          </a:xfrm>
          <a:prstGeom prst="rect">
            <a:avLst/>
          </a:prstGeom>
          <a:solidFill>
            <a:schemeClr val="accent1">
              <a:alpha val="398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A7529AD-8050-5017-1000-A202CE82AB46}"/>
              </a:ext>
            </a:extLst>
          </p:cNvPr>
          <p:cNvSpPr/>
          <p:nvPr userDrawn="1"/>
        </p:nvSpPr>
        <p:spPr>
          <a:xfrm>
            <a:off x="1145365" y="2967406"/>
            <a:ext cx="4848447" cy="48484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A7A7D9F-5697-C2AB-A507-FA29D9EB094C}"/>
              </a:ext>
            </a:extLst>
          </p:cNvPr>
          <p:cNvSpPr/>
          <p:nvPr userDrawn="1"/>
        </p:nvSpPr>
        <p:spPr>
          <a:xfrm>
            <a:off x="6786523" y="3009937"/>
            <a:ext cx="4742121" cy="47421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D92F2E3-A6E4-85C7-B516-4F2E13DFF511}"/>
              </a:ext>
            </a:extLst>
          </p:cNvPr>
          <p:cNvSpPr/>
          <p:nvPr userDrawn="1"/>
        </p:nvSpPr>
        <p:spPr>
          <a:xfrm>
            <a:off x="12400514" y="2958999"/>
            <a:ext cx="4742121" cy="4878954"/>
          </a:xfrm>
          <a:custGeom>
            <a:avLst/>
            <a:gdLst>
              <a:gd name="connsiteX0" fmla="*/ 12513 w 2068423"/>
              <a:gd name="connsiteY0" fmla="*/ 313838 h 2128107"/>
              <a:gd name="connsiteX1" fmla="*/ 306177 w 2068423"/>
              <a:gd name="connsiteY1" fmla="*/ 14455 h 2128107"/>
              <a:gd name="connsiteX2" fmla="*/ 990443 w 2068423"/>
              <a:gd name="connsiteY2" fmla="*/ 228300 h 2128107"/>
              <a:gd name="connsiteX3" fmla="*/ 1049366 w 2068423"/>
              <a:gd name="connsiteY3" fmla="*/ 228300 h 2128107"/>
              <a:gd name="connsiteX4" fmla="*/ 1764044 w 2068423"/>
              <a:gd name="connsiteY4" fmla="*/ 10653 h 2128107"/>
              <a:gd name="connsiteX5" fmla="*/ 2055807 w 2068423"/>
              <a:gd name="connsiteY5" fmla="*/ 310987 h 2128107"/>
              <a:gd name="connsiteX6" fmla="*/ 1811562 w 2068423"/>
              <a:gd name="connsiteY6" fmla="*/ 1038062 h 2128107"/>
              <a:gd name="connsiteX7" fmla="*/ 1811562 w 2068423"/>
              <a:gd name="connsiteY7" fmla="*/ 1101741 h 2128107"/>
              <a:gd name="connsiteX8" fmla="*/ 2052006 w 2068423"/>
              <a:gd name="connsiteY8" fmla="*/ 1817411 h 2128107"/>
              <a:gd name="connsiteX9" fmla="*/ 1755490 w 2068423"/>
              <a:gd name="connsiteY9" fmla="*/ 2115844 h 2128107"/>
              <a:gd name="connsiteX10" fmla="*/ 1051267 w 2068423"/>
              <a:gd name="connsiteY10" fmla="*/ 1884891 h 2128107"/>
              <a:gd name="connsiteX11" fmla="*/ 987592 w 2068423"/>
              <a:gd name="connsiteY11" fmla="*/ 1884891 h 2128107"/>
              <a:gd name="connsiteX12" fmla="*/ 313780 w 2068423"/>
              <a:gd name="connsiteY12" fmla="*/ 2111092 h 2128107"/>
              <a:gd name="connsiteX13" fmla="*/ 15364 w 2068423"/>
              <a:gd name="connsiteY13" fmla="*/ 1812658 h 2128107"/>
              <a:gd name="connsiteX14" fmla="*/ 254857 w 2068423"/>
              <a:gd name="connsiteY14" fmla="*/ 1101741 h 2128107"/>
              <a:gd name="connsiteX15" fmla="*/ 254857 w 2068423"/>
              <a:gd name="connsiteY15" fmla="*/ 1038062 h 2128107"/>
              <a:gd name="connsiteX16" fmla="*/ 11563 w 2068423"/>
              <a:gd name="connsiteY16" fmla="*/ 314789 h 212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68423" h="2128107">
                <a:moveTo>
                  <a:pt x="12513" y="313838"/>
                </a:moveTo>
                <a:cubicBezTo>
                  <a:pt x="-48310" y="131357"/>
                  <a:pt x="122756" y="-43521"/>
                  <a:pt x="306177" y="14455"/>
                </a:cubicBezTo>
                <a:lnTo>
                  <a:pt x="990443" y="228300"/>
                </a:lnTo>
                <a:cubicBezTo>
                  <a:pt x="1009451" y="234003"/>
                  <a:pt x="1030359" y="234003"/>
                  <a:pt x="1049366" y="228300"/>
                </a:cubicBezTo>
                <a:lnTo>
                  <a:pt x="1764044" y="10653"/>
                </a:lnTo>
                <a:cubicBezTo>
                  <a:pt x="1947465" y="-45422"/>
                  <a:pt x="2116631" y="129456"/>
                  <a:pt x="2055807" y="310987"/>
                </a:cubicBezTo>
                <a:lnTo>
                  <a:pt x="1811562" y="1038062"/>
                </a:lnTo>
                <a:cubicBezTo>
                  <a:pt x="1804910" y="1058972"/>
                  <a:pt x="1804910" y="1080831"/>
                  <a:pt x="1811562" y="1101741"/>
                </a:cubicBezTo>
                <a:lnTo>
                  <a:pt x="2052006" y="1817411"/>
                </a:lnTo>
                <a:cubicBezTo>
                  <a:pt x="2113780" y="2000843"/>
                  <a:pt x="1939862" y="2176671"/>
                  <a:pt x="1755490" y="2115844"/>
                </a:cubicBezTo>
                <a:lnTo>
                  <a:pt x="1051267" y="1884891"/>
                </a:lnTo>
                <a:cubicBezTo>
                  <a:pt x="1030359" y="1878238"/>
                  <a:pt x="1008500" y="1878238"/>
                  <a:pt x="987592" y="1884891"/>
                </a:cubicBezTo>
                <a:lnTo>
                  <a:pt x="313780" y="2111092"/>
                </a:lnTo>
                <a:cubicBezTo>
                  <a:pt x="129409" y="2172870"/>
                  <a:pt x="-46410" y="1997041"/>
                  <a:pt x="15364" y="1812658"/>
                </a:cubicBezTo>
                <a:lnTo>
                  <a:pt x="254857" y="1101741"/>
                </a:lnTo>
                <a:cubicBezTo>
                  <a:pt x="261510" y="1080831"/>
                  <a:pt x="261510" y="1058972"/>
                  <a:pt x="254857" y="1038062"/>
                </a:cubicBezTo>
                <a:lnTo>
                  <a:pt x="11563" y="314789"/>
                </a:lnTo>
                <a:close/>
              </a:path>
            </a:pathLst>
          </a:custGeom>
          <a:solidFill>
            <a:schemeClr val="bg1"/>
          </a:solidFill>
          <a:ln w="9493" cap="flat">
            <a:noFill/>
            <a:prstDash val="solid"/>
            <a:miter/>
          </a:ln>
        </p:spPr>
        <p:txBody>
          <a:bodyPr rtlCol="0" anchor="ctr"/>
          <a:lstStyle/>
          <a:p>
            <a:endParaRPr lang="en-BG" b="0" i="0" dirty="0">
              <a:latin typeface="Overused Grotesk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8ACF2F-D7C4-DEC5-0359-844A6BB4029D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16839A-D400-015F-ED72-A3DC62E242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02149" y="573434"/>
            <a:ext cx="514351" cy="588616"/>
          </a:xfrm>
          <a:prstGeom prst="rect">
            <a:avLst/>
          </a:prstGeom>
        </p:spPr>
      </p:pic>
      <p:sp>
        <p:nvSpPr>
          <p:cNvPr id="11" name="Slide Number Placeholder 0">
            <a:extLst>
              <a:ext uri="{FF2B5EF4-FFF2-40B4-BE49-F238E27FC236}">
                <a16:creationId xmlns:a16="http://schemas.microsoft.com/office/drawing/2014/main" id="{42406DCF-C4E5-7E63-A89B-73A285790B37}"/>
              </a:ext>
            </a:extLst>
          </p:cNvPr>
          <p:cNvSpPr txBox="1"/>
          <p:nvPr userDrawn="1"/>
        </p:nvSpPr>
        <p:spPr>
          <a:xfrm>
            <a:off x="16931735" y="9786597"/>
            <a:ext cx="1146201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r" defTabSz="914400" rtl="0" eaLnBrk="1" latinLnBrk="0" hangingPunct="1">
              <a:defRPr sz="1400" b="0" i="0" kern="1200">
                <a:solidFill>
                  <a:schemeClr val="bg1"/>
                </a:solidFill>
                <a:latin typeface="Bahnschrift" panose="020B0502040204020203" pitchFamily="34" charset="0"/>
                <a:ea typeface="Bahnschrift" panose="020B0502040204020203" pitchFamily="34" charset="0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z="1200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US" sz="12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8571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lose up of a white object&#10;&#10;AI-generated content may be incorrect.">
            <a:extLst>
              <a:ext uri="{FF2B5EF4-FFF2-40B4-BE49-F238E27FC236}">
                <a16:creationId xmlns:a16="http://schemas.microsoft.com/office/drawing/2014/main" id="{F51C7B98-E2C9-4836-5898-812344F15E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8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1784"/>
            <a:ext cx="18288000" cy="10392031"/>
          </a:xfrm>
          <a:prstGeom prst="rect">
            <a:avLst/>
          </a:prstGeom>
          <a:effectLst/>
        </p:spPr>
      </p:pic>
      <p:sp>
        <p:nvSpPr>
          <p:cNvPr id="18" name="Text Placeholder 27">
            <a:extLst>
              <a:ext uri="{FF2B5EF4-FFF2-40B4-BE49-F238E27FC236}">
                <a16:creationId xmlns:a16="http://schemas.microsoft.com/office/drawing/2014/main" id="{E30B0DEC-F097-D798-7B35-6F73656E17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93849" y="3238609"/>
            <a:ext cx="6916288" cy="1109872"/>
          </a:xfrm>
        </p:spPr>
        <p:txBody>
          <a:bodyPr/>
          <a:lstStyle>
            <a:lvl1pPr>
              <a:defRPr sz="1600" b="0" i="0">
                <a:latin typeface="Overused Grotesk" pitchFamily="2" charset="0"/>
                <a:cs typeface="Overused Grotesk" pitchFamily="2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2D4C0BA3-BE1C-F9DD-484B-5BEE00E759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93849" y="2773541"/>
            <a:ext cx="6916288" cy="398671"/>
          </a:xfrm>
        </p:spPr>
        <p:txBody>
          <a:bodyPr/>
          <a:lstStyle>
            <a:lvl1pPr>
              <a:defRPr sz="2400" b="0" i="0">
                <a:latin typeface="All Round Gothic Medium" panose="020B0603020202020104" pitchFamily="34" charset="77"/>
              </a:defRPr>
            </a:lvl1pPr>
            <a:lvl2pPr>
              <a:defRPr sz="2400" b="0" i="0">
                <a:latin typeface="All Round Gothic Medium" panose="020B0603020202020104" pitchFamily="34" charset="77"/>
              </a:defRPr>
            </a:lvl2pPr>
            <a:lvl3pPr>
              <a:defRPr sz="2400" b="1" i="0">
                <a:latin typeface="Bahnschrift" panose="020B0502040204020203" pitchFamily="34" charset="0"/>
              </a:defRPr>
            </a:lvl3pPr>
            <a:lvl4pPr>
              <a:defRPr sz="2400" b="1" i="0">
                <a:latin typeface="Bahnschrift" panose="020B0502040204020203" pitchFamily="34" charset="0"/>
              </a:defRPr>
            </a:lvl4pPr>
            <a:lvl5pPr>
              <a:defRPr sz="2400" b="1" i="0"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BG" dirty="0"/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A15E4531-FADB-8C3B-749B-E9192C35C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93849" y="5133035"/>
            <a:ext cx="6916288" cy="1109872"/>
          </a:xfrm>
        </p:spPr>
        <p:txBody>
          <a:bodyPr/>
          <a:lstStyle>
            <a:lvl1pPr>
              <a:defRPr sz="1600" b="0" i="0">
                <a:latin typeface="Overused Grotesk" pitchFamily="2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D495C9CE-33B0-ECFA-46CA-0A26677D2F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93849" y="4667967"/>
            <a:ext cx="6916288" cy="398671"/>
          </a:xfrm>
        </p:spPr>
        <p:txBody>
          <a:bodyPr/>
          <a:lstStyle>
            <a:lvl1pPr>
              <a:defRPr sz="2400" b="0" i="0">
                <a:latin typeface="All Round Gothic Medium" panose="020B0603020202020104" pitchFamily="34" charset="77"/>
              </a:defRPr>
            </a:lvl1pPr>
            <a:lvl2pPr>
              <a:defRPr sz="2400" b="0" i="0">
                <a:latin typeface="All Round Gothic Medium" panose="020B0603020202020104" pitchFamily="34" charset="77"/>
              </a:defRPr>
            </a:lvl2pPr>
            <a:lvl3pPr>
              <a:defRPr sz="2400" b="1" i="0">
                <a:latin typeface="Bahnschrift" panose="020B0502040204020203" pitchFamily="34" charset="0"/>
              </a:defRPr>
            </a:lvl3pPr>
            <a:lvl4pPr>
              <a:defRPr sz="2400" b="1" i="0">
                <a:latin typeface="Bahnschrift" panose="020B0502040204020203" pitchFamily="34" charset="0"/>
              </a:defRPr>
            </a:lvl4pPr>
            <a:lvl5pPr>
              <a:defRPr sz="2400" b="1" i="0"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BG" dirty="0"/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98E11E99-F00C-72BE-F6F7-5E04BB140C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93849" y="7006463"/>
            <a:ext cx="6916288" cy="1109872"/>
          </a:xfrm>
        </p:spPr>
        <p:txBody>
          <a:bodyPr/>
          <a:lstStyle>
            <a:lvl1pPr>
              <a:defRPr sz="1600" b="0" i="0">
                <a:latin typeface="Overused Grotesk" pitchFamily="2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4ED7D3F7-C9E6-84DC-FB5B-C2ED5E3DAE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93849" y="6541395"/>
            <a:ext cx="6916288" cy="398671"/>
          </a:xfrm>
        </p:spPr>
        <p:txBody>
          <a:bodyPr/>
          <a:lstStyle>
            <a:lvl1pPr>
              <a:defRPr sz="2400" b="0" i="0">
                <a:latin typeface="All Round Gothic Medium" panose="020B0603020202020104" pitchFamily="34" charset="77"/>
              </a:defRPr>
            </a:lvl1pPr>
            <a:lvl2pPr>
              <a:defRPr sz="2400" b="0" i="0">
                <a:latin typeface="All Round Gothic Medium" panose="020B0603020202020104" pitchFamily="34" charset="77"/>
              </a:defRPr>
            </a:lvl2pPr>
            <a:lvl3pPr>
              <a:defRPr sz="2400" b="1" i="0">
                <a:latin typeface="Bahnschrift" panose="020B0502040204020203" pitchFamily="34" charset="0"/>
              </a:defRPr>
            </a:lvl3pPr>
            <a:lvl4pPr>
              <a:defRPr sz="2400" b="1" i="0">
                <a:latin typeface="Bahnschrift" panose="020B0502040204020203" pitchFamily="34" charset="0"/>
              </a:defRPr>
            </a:lvl4pPr>
            <a:lvl5pPr>
              <a:defRPr sz="2400" b="1" i="0"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BG" dirty="0"/>
          </a:p>
        </p:txBody>
      </p:sp>
      <p:pic>
        <p:nvPicPr>
          <p:cNvPr id="16" name="Frame 2147223435" descr="preencoded.png">
            <a:extLst>
              <a:ext uri="{FF2B5EF4-FFF2-40B4-BE49-F238E27FC236}">
                <a16:creationId xmlns:a16="http://schemas.microsoft.com/office/drawing/2014/main" id="{2F3C462D-CAE2-71A8-2D49-D811800104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583053"/>
            <a:ext cx="428625" cy="228600"/>
          </a:xfrm>
          <a:prstGeom prst="rect">
            <a:avLst/>
          </a:prstGeom>
        </p:spPr>
      </p:pic>
      <p:sp>
        <p:nvSpPr>
          <p:cNvPr id="25" name="Title 24">
            <a:extLst>
              <a:ext uri="{FF2B5EF4-FFF2-40B4-BE49-F238E27FC236}">
                <a16:creationId xmlns:a16="http://schemas.microsoft.com/office/drawing/2014/main" id="{A977E86A-2FAF-695F-900B-369EB6015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9" y="1284971"/>
            <a:ext cx="15660558" cy="66739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BG" dirty="0"/>
          </a:p>
        </p:txBody>
      </p:sp>
      <p:pic>
        <p:nvPicPr>
          <p:cNvPr id="2" name="Group 1000005109" descr="preencoded.png">
            <a:extLst>
              <a:ext uri="{FF2B5EF4-FFF2-40B4-BE49-F238E27FC236}">
                <a16:creationId xmlns:a16="http://schemas.microsoft.com/office/drawing/2014/main" id="{F52F3B78-5921-4661-DBB4-02E878C70F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11625" y="571500"/>
            <a:ext cx="104775" cy="9144000"/>
          </a:xfrm>
          <a:prstGeom prst="rect">
            <a:avLst/>
          </a:prstGeom>
        </p:spPr>
      </p:pic>
      <p:pic>
        <p:nvPicPr>
          <p:cNvPr id="4" name="Group 1" descr="preencoded.png">
            <a:extLst>
              <a:ext uri="{FF2B5EF4-FFF2-40B4-BE49-F238E27FC236}">
                <a16:creationId xmlns:a16="http://schemas.microsoft.com/office/drawing/2014/main" id="{2FA0DA25-BC14-0280-83C0-511FA91E2C0A}"/>
              </a:ext>
            </a:extLst>
          </p:cNvPr>
          <p:cNvPicPr/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2149" y="571500"/>
            <a:ext cx="514351" cy="59055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9170BD6-FC40-FDAF-B9A7-0AFD37D50B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110" y="553117"/>
            <a:ext cx="6403027" cy="321385"/>
          </a:xfrm>
        </p:spPr>
        <p:txBody>
          <a:bodyPr anchor="ctr"/>
          <a:lstStyle/>
          <a:p>
            <a:r>
              <a:rPr lang="en-BG" dirty="0"/>
              <a:t>PLACEHOLDER TEXT</a:t>
            </a:r>
          </a:p>
        </p:txBody>
      </p:sp>
    </p:spTree>
    <p:extLst>
      <p:ext uri="{BB962C8B-B14F-4D97-AF65-F5344CB8AC3E}">
        <p14:creationId xmlns:p14="http://schemas.microsoft.com/office/powerpoint/2010/main" val="402638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ide 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1C7FDA-7912-94C7-C7E9-5D931F53CF52}"/>
              </a:ext>
            </a:extLst>
          </p:cNvPr>
          <p:cNvSpPr/>
          <p:nvPr userDrawn="1"/>
        </p:nvSpPr>
        <p:spPr>
          <a:xfrm>
            <a:off x="-53644" y="-47596"/>
            <a:ext cx="18341645" cy="1033618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4050" b="0" i="0" dirty="0">
              <a:latin typeface="Overused Grotesk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32E94-22E1-F22F-536E-F14F0CC14F78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2677AA-EDDB-4BB0-9CAA-E386A83590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02149" y="573434"/>
            <a:ext cx="514351" cy="588616"/>
          </a:xfrm>
          <a:prstGeom prst="rect">
            <a:avLst/>
          </a:prstGeom>
        </p:spPr>
      </p:pic>
      <p:sp>
        <p:nvSpPr>
          <p:cNvPr id="8" name="Slide Number Placeholder 0">
            <a:extLst>
              <a:ext uri="{FF2B5EF4-FFF2-40B4-BE49-F238E27FC236}">
                <a16:creationId xmlns:a16="http://schemas.microsoft.com/office/drawing/2014/main" id="{1E0917D8-64DE-BA57-9E29-B1C3E42D1102}"/>
              </a:ext>
            </a:extLst>
          </p:cNvPr>
          <p:cNvSpPr txBox="1"/>
          <p:nvPr userDrawn="1"/>
        </p:nvSpPr>
        <p:spPr>
          <a:xfrm>
            <a:off x="16931735" y="9786597"/>
            <a:ext cx="1146201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r" defTabSz="914400" rtl="0" eaLnBrk="1" latinLnBrk="0" hangingPunct="1">
              <a:defRPr sz="1400" b="0" i="0" kern="1200">
                <a:solidFill>
                  <a:schemeClr val="bg1"/>
                </a:solidFill>
                <a:latin typeface="Bahnschrift" panose="020B0502040204020203" pitchFamily="34" charset="0"/>
                <a:ea typeface="Bahnschrift" panose="020B0502040204020203" pitchFamily="34" charset="0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z="1200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US" sz="12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5660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oyee Sto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6639D2E0-D974-CF98-4DEB-C149A7AB18F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51753885"/>
              </p:ext>
            </p:extLst>
          </p:nvPr>
        </p:nvGraphicFramePr>
        <p:xfrm>
          <a:off x="0" y="1"/>
          <a:ext cx="18216570" cy="102885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36095">
                  <a:extLst>
                    <a:ext uri="{9D8B030D-6E8A-4147-A177-3AD203B41FA5}">
                      <a16:colId xmlns:a16="http://schemas.microsoft.com/office/drawing/2014/main" val="3627163342"/>
                    </a:ext>
                  </a:extLst>
                </a:gridCol>
                <a:gridCol w="3036095">
                  <a:extLst>
                    <a:ext uri="{9D8B030D-6E8A-4147-A177-3AD203B41FA5}">
                      <a16:colId xmlns:a16="http://schemas.microsoft.com/office/drawing/2014/main" val="2095164788"/>
                    </a:ext>
                  </a:extLst>
                </a:gridCol>
                <a:gridCol w="3036095">
                  <a:extLst>
                    <a:ext uri="{9D8B030D-6E8A-4147-A177-3AD203B41FA5}">
                      <a16:colId xmlns:a16="http://schemas.microsoft.com/office/drawing/2014/main" val="1077943303"/>
                    </a:ext>
                  </a:extLst>
                </a:gridCol>
                <a:gridCol w="3036095">
                  <a:extLst>
                    <a:ext uri="{9D8B030D-6E8A-4147-A177-3AD203B41FA5}">
                      <a16:colId xmlns:a16="http://schemas.microsoft.com/office/drawing/2014/main" val="180809459"/>
                    </a:ext>
                  </a:extLst>
                </a:gridCol>
                <a:gridCol w="3036095">
                  <a:extLst>
                    <a:ext uri="{9D8B030D-6E8A-4147-A177-3AD203B41FA5}">
                      <a16:colId xmlns:a16="http://schemas.microsoft.com/office/drawing/2014/main" val="1473573708"/>
                    </a:ext>
                  </a:extLst>
                </a:gridCol>
                <a:gridCol w="3036095">
                  <a:extLst>
                    <a:ext uri="{9D8B030D-6E8A-4147-A177-3AD203B41FA5}">
                      <a16:colId xmlns:a16="http://schemas.microsoft.com/office/drawing/2014/main" val="358558696"/>
                    </a:ext>
                  </a:extLst>
                </a:gridCol>
              </a:tblGrid>
              <a:tr h="2134228">
                <a:tc>
                  <a:txBody>
                    <a:bodyPr/>
                    <a:lstStyle/>
                    <a:p>
                      <a:endParaRPr lang="en-US" sz="4100" b="0" i="0" dirty="0">
                        <a:solidFill>
                          <a:schemeClr val="bg1"/>
                        </a:solidFill>
                        <a:latin typeface="Overused Grotesk" pitchFamily="2" charset="0"/>
                      </a:endParaRPr>
                    </a:p>
                  </a:txBody>
                  <a:tcPr marL="411480" marR="411480" marT="411544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4100" b="0" i="0" dirty="0">
                        <a:solidFill>
                          <a:schemeClr val="bg1"/>
                        </a:solidFill>
                        <a:latin typeface="Overused Grotesk" pitchFamily="2" charset="0"/>
                      </a:endParaRPr>
                    </a:p>
                  </a:txBody>
                  <a:tcPr marL="411480" marR="411480" marT="411544" marB="411544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0" marR="274320" marT="27432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4200" b="0" i="0" dirty="0">
                          <a:solidFill>
                            <a:schemeClr val="bg1"/>
                          </a:solidFill>
                          <a:latin typeface="All Round Gothic Medium" panose="020B0603020202020104" pitchFamily="34" charset="77"/>
                        </a:rPr>
                        <a:t>My Story in One Slide</a:t>
                      </a:r>
                    </a:p>
                  </a:txBody>
                  <a:tcPr marL="411480" marR="411480" marT="411544" marB="411544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330281"/>
                  </a:ext>
                </a:extLst>
              </a:tr>
              <a:tr h="271812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0" i="0" dirty="0">
                          <a:solidFill>
                            <a:schemeClr val="bg1"/>
                          </a:solidFill>
                          <a:latin typeface="All Round Gothic Medium" panose="020B0603020202020104" pitchFamily="34" charset="77"/>
                        </a:rPr>
                        <a:t>Career Path and Education</a:t>
                      </a:r>
                    </a:p>
                    <a:p>
                      <a:endParaRPr lang="en-US" sz="3000" b="0" i="0" dirty="0">
                        <a:solidFill>
                          <a:schemeClr val="bg1"/>
                        </a:solidFill>
                        <a:latin typeface="Overused Grotesk" pitchFamily="2" charset="0"/>
                      </a:endParaRPr>
                    </a:p>
                  </a:txBody>
                  <a:tcPr marL="411480" marR="411480" marT="137181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/>
                    </a:p>
                  </a:txBody>
                  <a:tcPr marL="274320" marR="274320" marT="9144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/>
                    </a:p>
                  </a:txBody>
                  <a:tcPr marL="274320" marR="274320" marT="9144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0" b="0" i="0" dirty="0">
                        <a:solidFill>
                          <a:schemeClr val="bg1"/>
                        </a:solidFill>
                        <a:latin typeface="Overused Grotesk" pitchFamily="2" charset="0"/>
                      </a:endParaRPr>
                    </a:p>
                  </a:txBody>
                  <a:tcPr marL="411480" marR="411480" marT="137181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3600" b="0" i="0" dirty="0">
                          <a:solidFill>
                            <a:schemeClr val="bg1"/>
                          </a:solidFill>
                          <a:latin typeface="All Round Gothic Medium" panose="020B0603020202020104" pitchFamily="34" charset="77"/>
                        </a:rPr>
                        <a:t>I Thrive On</a:t>
                      </a:r>
                    </a:p>
                  </a:txBody>
                  <a:tcPr marL="411480" marR="411480" marT="137181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85944"/>
                  </a:ext>
                </a:extLst>
              </a:tr>
              <a:tr h="271812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0" i="0" dirty="0">
                          <a:solidFill>
                            <a:schemeClr val="bg1"/>
                          </a:solidFill>
                          <a:latin typeface="All Round Gothic Medium" panose="020B0603020202020104" pitchFamily="34" charset="77"/>
                        </a:rPr>
                        <a:t>I’m Good @</a:t>
                      </a:r>
                    </a:p>
                    <a:p>
                      <a:endParaRPr lang="en-US" sz="4100" b="0" i="0" dirty="0">
                        <a:solidFill>
                          <a:schemeClr val="bg1"/>
                        </a:solidFill>
                        <a:latin typeface="Overused Grotesk" pitchFamily="2" charset="0"/>
                      </a:endParaRPr>
                    </a:p>
                  </a:txBody>
                  <a:tcPr marL="411480" marR="411480" marT="137181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100" b="0" i="0" dirty="0">
                        <a:solidFill>
                          <a:schemeClr val="bg1"/>
                        </a:solidFill>
                        <a:latin typeface="Overused Grotesk" pitchFamily="2" charset="0"/>
                      </a:endParaRPr>
                    </a:p>
                  </a:txBody>
                  <a:tcPr marL="411480" marR="411480" marT="411544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3600" b="0" dirty="0">
                          <a:solidFill>
                            <a:schemeClr val="accent2"/>
                          </a:solidFill>
                          <a:latin typeface="All Round Gothic Medium" panose="020B0603020202020104" pitchFamily="34" charset="77"/>
                        </a:rPr>
                        <a:t>In My Personal Life</a:t>
                      </a:r>
                    </a:p>
                  </a:txBody>
                  <a:tcPr marL="411480" marR="411480" marT="137181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100" b="0" i="0" dirty="0">
                        <a:solidFill>
                          <a:schemeClr val="bg1"/>
                        </a:solidFill>
                        <a:latin typeface="Overused Grotesk" pitchFamily="2" charset="0"/>
                      </a:endParaRPr>
                    </a:p>
                  </a:txBody>
                  <a:tcPr marL="411480" marR="411480" marT="411544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231815"/>
                  </a:ext>
                </a:extLst>
              </a:tr>
              <a:tr h="2718120">
                <a:tc>
                  <a:txBody>
                    <a:bodyPr/>
                    <a:lstStyle/>
                    <a:p>
                      <a:endParaRPr lang="en-US" sz="4100" b="0" i="0" dirty="0">
                        <a:solidFill>
                          <a:schemeClr val="bg1"/>
                        </a:solidFill>
                        <a:latin typeface="Overused Grotesk" pitchFamily="2" charset="0"/>
                      </a:endParaRPr>
                    </a:p>
                  </a:txBody>
                  <a:tcPr marL="411480" marR="411480" marT="411544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0" i="0" dirty="0">
                          <a:solidFill>
                            <a:schemeClr val="bg1"/>
                          </a:solidFill>
                          <a:latin typeface="All Round Gothic Medium" panose="020B0603020202020104" pitchFamily="34" charset="77"/>
                        </a:rPr>
                        <a:t>I’m Working On</a:t>
                      </a:r>
                    </a:p>
                  </a:txBody>
                  <a:tcPr marL="411480" marR="411480" marT="137181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0" marR="274320" marT="27432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0" marR="274320" marT="27432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100" b="0" i="0" dirty="0">
                        <a:solidFill>
                          <a:schemeClr val="bg1"/>
                        </a:solidFill>
                        <a:latin typeface="Overused Grotesk" pitchFamily="2" charset="0"/>
                      </a:endParaRPr>
                    </a:p>
                  </a:txBody>
                  <a:tcPr marL="411480" marR="411480" marT="411544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4100" b="0" i="0" dirty="0">
                        <a:solidFill>
                          <a:schemeClr val="bg1"/>
                        </a:solidFill>
                        <a:latin typeface="Overused Grotesk" pitchFamily="2" charset="0"/>
                      </a:endParaRPr>
                    </a:p>
                  </a:txBody>
                  <a:tcPr marL="411480" marR="411480" marT="411544" marB="411544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831014"/>
                  </a:ext>
                </a:extLst>
              </a:tr>
            </a:tbl>
          </a:graphicData>
        </a:graphic>
      </p:graphicFrame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B60F3D9B-9E9A-F937-98D6-A1AD119081D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294" y="57159"/>
            <a:ext cx="2023110" cy="2023422"/>
          </a:xfrm>
          <a:solidFill>
            <a:schemeClr val="bg2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 dirty="0"/>
              <a:t>Click to insert</a:t>
            </a:r>
          </a:p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profile image</a:t>
            </a:r>
          </a:p>
        </p:txBody>
      </p:sp>
      <p:sp>
        <p:nvSpPr>
          <p:cNvPr id="6" name="Picture Placeholder 18">
            <a:extLst>
              <a:ext uri="{FF2B5EF4-FFF2-40B4-BE49-F238E27FC236}">
                <a16:creationId xmlns:a16="http://schemas.microsoft.com/office/drawing/2014/main" id="{4F652E60-545F-F22D-D38A-D1931BC4E1F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31719" y="4913281"/>
            <a:ext cx="2914652" cy="2588815"/>
          </a:xfrm>
          <a:solidFill>
            <a:schemeClr val="bg2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1800"/>
              </a:spcAft>
              <a:defRPr lang="en-US" sz="2100" dirty="0"/>
            </a:lvl1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46091AB3-F405-FB88-5C62-DA19D8F438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85989" y="57160"/>
            <a:ext cx="6860382" cy="2023422"/>
          </a:xfrm>
          <a:solidFill>
            <a:schemeClr val="accent1"/>
          </a:solidFill>
        </p:spPr>
        <p:txBody>
          <a:bodyPr lIns="274320" anchor="ctr"/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sz="5400" b="0" i="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lang="en-US" dirty="0"/>
              <a:t>Name </a:t>
            </a:r>
            <a:br>
              <a:rPr lang="en-US" dirty="0"/>
            </a:br>
            <a:r>
              <a:rPr lang="en-US" dirty="0"/>
              <a:t>Surname</a:t>
            </a:r>
          </a:p>
        </p:txBody>
      </p:sp>
      <p:sp>
        <p:nvSpPr>
          <p:cNvPr id="8" name="Picture Placeholder 18">
            <a:extLst>
              <a:ext uri="{FF2B5EF4-FFF2-40B4-BE49-F238E27FC236}">
                <a16:creationId xmlns:a16="http://schemas.microsoft.com/office/drawing/2014/main" id="{ACC9D610-39EC-03CF-D84D-38F16ACCD1C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292" y="7633088"/>
            <a:ext cx="2914652" cy="2588815"/>
          </a:xfrm>
          <a:solidFill>
            <a:schemeClr val="bg2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2100" dirty="0"/>
            </a:lvl1pPr>
          </a:lstStyle>
          <a:p>
            <a:pPr marL="0" lv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US"/>
              <a:t> 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BF940377-2D2E-5520-9D57-C9BDAFB9D0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218192" y="7633088"/>
            <a:ext cx="2899176" cy="2588815"/>
          </a:xfrm>
          <a:solidFill>
            <a:schemeClr val="bg2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2100" dirty="0"/>
            </a:lvl1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EAD1E1C4-E36F-8844-5F3F-C0B008F1BA5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5230474" y="4908156"/>
            <a:ext cx="2914652" cy="2588815"/>
          </a:xfrm>
          <a:solidFill>
            <a:schemeClr val="bg2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2100" dirty="0"/>
            </a:lvl1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/>
              <a:t>  </a:t>
            </a:r>
          </a:p>
        </p:txBody>
      </p:sp>
      <p:sp>
        <p:nvSpPr>
          <p:cNvPr id="11" name="Text Placeholder 36">
            <a:extLst>
              <a:ext uri="{FF2B5EF4-FFF2-40B4-BE49-F238E27FC236}">
                <a16:creationId xmlns:a16="http://schemas.microsoft.com/office/drawing/2014/main" id="{F2DCC1E0-0DAC-1EA5-1919-E1CB3D03B3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545" y="5692713"/>
            <a:ext cx="5556107" cy="1795740"/>
          </a:xfrm>
        </p:spPr>
        <p:txBody>
          <a:bodyPr lIns="0"/>
          <a:lstStyle>
            <a:lvl1pPr marL="274320" indent="-27432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600" b="0" i="0" kern="1200" dirty="0" smtClean="0">
                <a:solidFill>
                  <a:schemeClr val="bg1"/>
                </a:solidFill>
                <a:latin typeface="Overused Grotesk" pitchFamily="2" charset="0"/>
                <a:ea typeface="Verdana" panose="020B0604030504040204" pitchFamily="34" charset="0"/>
                <a:cs typeface="+mn-cs"/>
              </a:defRPr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</a:lstStyle>
          <a:p>
            <a:pPr marL="178595" lvl="0" indent="-178595" algn="l" defTabSz="137160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8595" marR="0" lvl="0" indent="-178595" algn="l" defTabSz="13716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8595" marR="0" lvl="0" indent="-178595" algn="l" defTabSz="13716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2" name="Text Placeholder 36">
            <a:extLst>
              <a:ext uri="{FF2B5EF4-FFF2-40B4-BE49-F238E27FC236}">
                <a16:creationId xmlns:a16="http://schemas.microsoft.com/office/drawing/2014/main" id="{634BF3A3-889E-14DE-AD9A-CA5BCAF5C6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86100" y="8411719"/>
            <a:ext cx="8972550" cy="1795740"/>
          </a:xfrm>
        </p:spPr>
        <p:txBody>
          <a:bodyPr lIns="274320"/>
          <a:lstStyle>
            <a:lvl1pPr marL="428625" indent="-428625">
              <a:spcBef>
                <a:spcPts val="900"/>
              </a:spcBef>
              <a:buFont typeface="Arial" panose="020B0604020202020204" pitchFamily="34" charset="0"/>
              <a:buChar char="•"/>
              <a:defRPr lang="en-US" sz="1600" b="0" i="0" kern="1200" dirty="0" smtClean="0">
                <a:solidFill>
                  <a:schemeClr val="bg1"/>
                </a:solidFill>
                <a:latin typeface="Overused Grotesk" pitchFamily="2" charset="0"/>
                <a:ea typeface="Verdana" panose="020B0604030504040204" pitchFamily="34" charset="0"/>
                <a:cs typeface="+mn-cs"/>
              </a:defRPr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</a:lstStyle>
          <a:p>
            <a:pPr marL="178595" lvl="0" indent="-178595" algn="l" defTabSz="137160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8595" marR="0" lvl="0" indent="-178595" algn="l" defTabSz="13716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8595" marR="0" lvl="0" indent="-178595" algn="l" defTabSz="13716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3" name="Text Placeholder 36">
            <a:extLst>
              <a:ext uri="{FF2B5EF4-FFF2-40B4-BE49-F238E27FC236}">
                <a16:creationId xmlns:a16="http://schemas.microsoft.com/office/drawing/2014/main" id="{C34F1770-444C-B1FA-7766-3C276EBD52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59478" y="5701232"/>
            <a:ext cx="5926931" cy="1795740"/>
          </a:xfrm>
        </p:spPr>
        <p:txBody>
          <a:bodyPr lIns="274320"/>
          <a:lstStyle>
            <a:lvl1pPr marL="274320" indent="-27432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US" sz="1600" b="0" i="0" kern="1200" dirty="0" smtClean="0">
                <a:solidFill>
                  <a:schemeClr val="accent2"/>
                </a:solidFill>
                <a:latin typeface="Overused Grotesk" pitchFamily="2" charset="0"/>
                <a:ea typeface="Verdana" panose="020B0604030504040204" pitchFamily="34" charset="0"/>
                <a:cs typeface="+mn-cs"/>
              </a:defRPr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</a:lstStyle>
          <a:p>
            <a:pPr marL="178595" lvl="0" indent="-178595" algn="l" defTabSz="137160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8595" marR="0" lvl="0" indent="-178595" algn="l" defTabSz="13716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8595" marR="0" lvl="0" indent="-178595" algn="l" defTabSz="13716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5" name="Picture Placeholder 18">
            <a:extLst>
              <a:ext uri="{FF2B5EF4-FFF2-40B4-BE49-F238E27FC236}">
                <a16:creationId xmlns:a16="http://schemas.microsoft.com/office/drawing/2014/main" id="{1550BB11-C8C9-9D21-F497-3B3478DE51A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5245949" y="7633088"/>
            <a:ext cx="2899176" cy="2588815"/>
          </a:xfrm>
          <a:solidFill>
            <a:schemeClr val="bg2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sz="2100" dirty="0"/>
            </a:lvl1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  <p:sp>
        <p:nvSpPr>
          <p:cNvPr id="17" name="Picture Placeholder 18">
            <a:extLst>
              <a:ext uri="{FF2B5EF4-FFF2-40B4-BE49-F238E27FC236}">
                <a16:creationId xmlns:a16="http://schemas.microsoft.com/office/drawing/2014/main" id="{42D21B99-0CFC-3FDE-297F-8817F8F52C2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159478" y="2197668"/>
            <a:ext cx="2914652" cy="2588815"/>
          </a:xfrm>
          <a:solidFill>
            <a:schemeClr val="bg2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1800"/>
              </a:spcAft>
              <a:defRPr lang="en-US" sz="2100" dirty="0"/>
            </a:lvl1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55977D26-AA97-B75F-2D32-F05EF40E704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545" y="3061095"/>
            <a:ext cx="8234474" cy="1366117"/>
          </a:xfrm>
        </p:spPr>
        <p:txBody>
          <a:bodyPr lIns="0"/>
          <a:lstStyle>
            <a:lvl1pPr marL="274320" indent="-27432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600" b="0" i="0" kern="1200" dirty="0" smtClean="0">
                <a:solidFill>
                  <a:schemeClr val="bg1"/>
                </a:solidFill>
                <a:latin typeface="Overused Grotesk" pitchFamily="2" charset="0"/>
                <a:ea typeface="Verdana" panose="020B0604030504040204" pitchFamily="34" charset="0"/>
                <a:cs typeface="+mn-cs"/>
              </a:defRPr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</a:lstStyle>
          <a:p>
            <a:pPr marL="178595" lvl="0" indent="-178595" algn="l" defTabSz="137160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8595" marR="0" lvl="0" indent="-178595" algn="l" defTabSz="13716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8595" marR="0" lvl="0" indent="-178595" algn="l" defTabSz="13716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19" name="Text Placeholder 36">
            <a:extLst>
              <a:ext uri="{FF2B5EF4-FFF2-40B4-BE49-F238E27FC236}">
                <a16:creationId xmlns:a16="http://schemas.microsoft.com/office/drawing/2014/main" id="{E5FDC4B1-82CB-D674-5A9D-204F2FBF9E4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567589" y="2990744"/>
            <a:ext cx="5556107" cy="1795740"/>
          </a:xfrm>
        </p:spPr>
        <p:txBody>
          <a:bodyPr lIns="0"/>
          <a:lstStyle>
            <a:lvl1pPr marL="274320" indent="-27432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600" b="0" i="0" kern="1200" dirty="0" smtClean="0">
                <a:solidFill>
                  <a:schemeClr val="bg1"/>
                </a:solidFill>
                <a:latin typeface="Overused Grotesk" pitchFamily="2" charset="0"/>
                <a:ea typeface="Verdana" panose="020B0604030504040204" pitchFamily="34" charset="0"/>
                <a:cs typeface="+mn-cs"/>
              </a:defRPr>
            </a:lvl1pPr>
            <a:lvl2pPr>
              <a:defRPr sz="2100"/>
            </a:lvl2pPr>
            <a:lvl3pPr>
              <a:defRPr sz="1800"/>
            </a:lvl3pPr>
            <a:lvl4pPr>
              <a:defRPr sz="1650"/>
            </a:lvl4pPr>
            <a:lvl5pPr>
              <a:defRPr sz="1650"/>
            </a:lvl5pPr>
          </a:lstStyle>
          <a:p>
            <a:pPr marL="178595" lvl="0" indent="-178595" algn="l" defTabSz="137160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8595" marR="0" lvl="0" indent="-178595" algn="l" defTabSz="13716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78595" marR="0" lvl="0" indent="-178595" algn="l" defTabSz="13716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5840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6E23E1-B4D9-57A0-01CC-D4E3FD6BB074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EE0C72A-98A0-6085-403D-0B6DA4AB5128}"/>
              </a:ext>
            </a:extLst>
          </p:cNvPr>
          <p:cNvGrpSpPr/>
          <p:nvPr userDrawn="1"/>
        </p:nvGrpSpPr>
        <p:grpSpPr>
          <a:xfrm>
            <a:off x="571499" y="734706"/>
            <a:ext cx="3414121" cy="1962924"/>
            <a:chOff x="571499" y="734706"/>
            <a:chExt cx="3414121" cy="196292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5E74232-D764-7F87-CB29-40C5507E87C7}"/>
                </a:ext>
              </a:extLst>
            </p:cNvPr>
            <p:cNvSpPr/>
            <p:nvPr userDrawn="1"/>
          </p:nvSpPr>
          <p:spPr>
            <a:xfrm>
              <a:off x="571499" y="921136"/>
              <a:ext cx="1502627" cy="150262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16C3D5F-D4A7-C522-57B8-6259244A1B31}"/>
                </a:ext>
              </a:extLst>
            </p:cNvPr>
            <p:cNvPicPr/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74126" y="734706"/>
              <a:ext cx="1911494" cy="1962924"/>
            </a:xfrm>
            <a:prstGeom prst="rect">
              <a:avLst/>
            </a:prstGeom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0B86B79-47A2-294F-E632-DCF42012AA2A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1458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3A46BC05-07D5-C4A3-AD23-A30961F5E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57" y="4869748"/>
            <a:ext cx="12692584" cy="1549073"/>
          </a:xfrm>
        </p:spPr>
        <p:txBody>
          <a:bodyPr anchor="ctr"/>
          <a:lstStyle>
            <a:lvl1pPr>
              <a:lnSpc>
                <a:spcPct val="80000"/>
              </a:lnSpc>
              <a:defRPr sz="10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for divider slide with a max of three lines.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915906B-AF86-8054-6527-44222A6C6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19898" y="1003605"/>
            <a:ext cx="2889558" cy="3000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Month, 2025</a:t>
            </a:r>
            <a:endParaRPr lang="en-B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A6CD0F-A404-51D3-2BA1-D184107A3516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7978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0" descr="preencoded.png">
            <a:extLst>
              <a:ext uri="{FF2B5EF4-FFF2-40B4-BE49-F238E27FC236}">
                <a16:creationId xmlns:a16="http://schemas.microsoft.com/office/drawing/2014/main" id="{B2BFE799-D8EB-3671-8754-4FC2BE5C53B6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1588"/>
            <a:ext cx="18288000" cy="10287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74C10BC-2442-7ACD-BE07-37C92AA28F11}"/>
              </a:ext>
            </a:extLst>
          </p:cNvPr>
          <p:cNvGrpSpPr/>
          <p:nvPr userDrawn="1"/>
        </p:nvGrpSpPr>
        <p:grpSpPr>
          <a:xfrm>
            <a:off x="571499" y="734706"/>
            <a:ext cx="3414121" cy="1962924"/>
            <a:chOff x="571499" y="734706"/>
            <a:chExt cx="3414121" cy="196292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7A2D1B9-D80F-BF4B-49FF-D9678573AB3E}"/>
                </a:ext>
              </a:extLst>
            </p:cNvPr>
            <p:cNvSpPr/>
            <p:nvPr userDrawn="1"/>
          </p:nvSpPr>
          <p:spPr>
            <a:xfrm>
              <a:off x="571499" y="921136"/>
              <a:ext cx="1502627" cy="150262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82B6E70-F637-0D84-2716-48F3E62D2F29}"/>
                </a:ext>
              </a:extLst>
            </p:cNvPr>
            <p:cNvPicPr/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74126" y="734706"/>
              <a:ext cx="1911494" cy="1962924"/>
            </a:xfrm>
            <a:prstGeom prst="rect">
              <a:avLst/>
            </a:prstGeom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0B86B79-47A2-294F-E632-DCF42012AA2A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1458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3A46BC05-07D5-C4A3-AD23-A30961F5E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57" y="4869748"/>
            <a:ext cx="12692584" cy="1549073"/>
          </a:xfrm>
        </p:spPr>
        <p:txBody>
          <a:bodyPr anchor="ctr"/>
          <a:lstStyle>
            <a:lvl1pPr>
              <a:lnSpc>
                <a:spcPct val="80000"/>
              </a:lnSpc>
              <a:defRPr sz="10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for divider slide with a max of three lines.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915906B-AF86-8054-6527-44222A6C6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19898" y="1003605"/>
            <a:ext cx="2889558" cy="3000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Month, 2025</a:t>
            </a:r>
            <a:endParaRPr lang="en-B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B9279-12DF-2E7A-C0E3-EA1DC352E532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138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-up of a blue spiral&#10;&#10;AI-generated content may be incorrect.">
            <a:extLst>
              <a:ext uri="{FF2B5EF4-FFF2-40B4-BE49-F238E27FC236}">
                <a16:creationId xmlns:a16="http://schemas.microsoft.com/office/drawing/2014/main" id="{EDF631DE-2C0E-CCC6-3871-D9FB84A8CC9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3975848" y="-4025154"/>
            <a:ext cx="10287001" cy="1833730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BF90601-E655-F508-9997-80569E7EC5B9}"/>
              </a:ext>
            </a:extLst>
          </p:cNvPr>
          <p:cNvSpPr>
            <a:spLocks/>
          </p:cNvSpPr>
          <p:nvPr userDrawn="1"/>
        </p:nvSpPr>
        <p:spPr>
          <a:xfrm>
            <a:off x="-49309" y="-1"/>
            <a:ext cx="18337309" cy="10287001"/>
          </a:xfrm>
          <a:prstGeom prst="rect">
            <a:avLst/>
          </a:prstGeom>
          <a:solidFill>
            <a:schemeClr val="dk1">
              <a:alpha val="4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F1D461F-1377-8048-4C4B-36F9DC7728CE}"/>
              </a:ext>
            </a:extLst>
          </p:cNvPr>
          <p:cNvGrpSpPr/>
          <p:nvPr userDrawn="1"/>
        </p:nvGrpSpPr>
        <p:grpSpPr>
          <a:xfrm>
            <a:off x="571499" y="734706"/>
            <a:ext cx="3414121" cy="1962924"/>
            <a:chOff x="571499" y="734706"/>
            <a:chExt cx="3414121" cy="196292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C7BAF28-C490-7141-ADD2-C1CC0B13315C}"/>
                </a:ext>
              </a:extLst>
            </p:cNvPr>
            <p:cNvSpPr/>
            <p:nvPr userDrawn="1"/>
          </p:nvSpPr>
          <p:spPr>
            <a:xfrm>
              <a:off x="571499" y="921136"/>
              <a:ext cx="1502627" cy="15026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89A175B8-0CA4-FAD7-640F-0F41CBFA06F9}"/>
                </a:ext>
              </a:extLst>
            </p:cNvPr>
            <p:cNvPicPr/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74126" y="734706"/>
              <a:ext cx="1911494" cy="1962924"/>
            </a:xfrm>
            <a:prstGeom prst="rect">
              <a:avLst/>
            </a:prstGeom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0B86B79-47A2-294F-E632-DCF42012AA2A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1458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3A46BC05-07D5-C4A3-AD23-A30961F5E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57" y="4869748"/>
            <a:ext cx="12692584" cy="1549073"/>
          </a:xfrm>
        </p:spPr>
        <p:txBody>
          <a:bodyPr anchor="ctr"/>
          <a:lstStyle>
            <a:lvl1pPr>
              <a:lnSpc>
                <a:spcPct val="80000"/>
              </a:lnSpc>
              <a:defRPr sz="10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for divider slide with a max of three lines.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915906B-AF86-8054-6527-44222A6C6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19898" y="1003605"/>
            <a:ext cx="2889558" cy="3000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Month, 2025</a:t>
            </a:r>
            <a:endParaRPr lang="en-B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7CAC0A-FAD8-8A73-783B-A313580071ED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7128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wall&#10;&#10;AI-generated content may be incorrect.">
            <a:extLst>
              <a:ext uri="{FF2B5EF4-FFF2-40B4-BE49-F238E27FC236}">
                <a16:creationId xmlns:a16="http://schemas.microsoft.com/office/drawing/2014/main" id="{65034DBC-09C4-E3B5-3843-3196A11783B3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29686" y="-19662"/>
            <a:ext cx="18309374" cy="103142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157C65-8261-311A-285D-F58FBD93CA8E}"/>
              </a:ext>
            </a:extLst>
          </p:cNvPr>
          <p:cNvSpPr>
            <a:spLocks/>
          </p:cNvSpPr>
          <p:nvPr userDrawn="1"/>
        </p:nvSpPr>
        <p:spPr>
          <a:xfrm>
            <a:off x="-29686" y="7619"/>
            <a:ext cx="18288000" cy="10287000"/>
          </a:xfrm>
          <a:prstGeom prst="rect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60E234F-0178-318D-072E-167CBCC20B63}"/>
              </a:ext>
            </a:extLst>
          </p:cNvPr>
          <p:cNvGrpSpPr/>
          <p:nvPr userDrawn="1"/>
        </p:nvGrpSpPr>
        <p:grpSpPr>
          <a:xfrm>
            <a:off x="571499" y="734706"/>
            <a:ext cx="3414121" cy="1962924"/>
            <a:chOff x="571499" y="734706"/>
            <a:chExt cx="3414121" cy="196292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6E46EB8-97B1-0585-2954-36CE6F6E917C}"/>
                </a:ext>
              </a:extLst>
            </p:cNvPr>
            <p:cNvSpPr/>
            <p:nvPr userDrawn="1"/>
          </p:nvSpPr>
          <p:spPr>
            <a:xfrm>
              <a:off x="571499" y="921136"/>
              <a:ext cx="1502627" cy="150262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6321416A-84E8-768A-1521-9894FAC6BE8D}"/>
                </a:ext>
              </a:extLst>
            </p:cNvPr>
            <p:cNvPicPr/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74126" y="734706"/>
              <a:ext cx="1911494" cy="1962924"/>
            </a:xfrm>
            <a:prstGeom prst="rect">
              <a:avLst/>
            </a:prstGeom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0B86B79-47A2-294F-E632-DCF42012AA2A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1458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915906B-AF86-8054-6527-44222A6C6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19898" y="1003605"/>
            <a:ext cx="2889558" cy="3000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Month, 2025</a:t>
            </a:r>
            <a:endParaRPr lang="en-B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ED9D5E-3538-209F-5C47-26CEAB68AFD8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D868E1-1005-35F3-6FDB-D8C39DBB33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57" y="4869748"/>
            <a:ext cx="12692584" cy="1549073"/>
          </a:xfrm>
        </p:spPr>
        <p:txBody>
          <a:bodyPr anchor="ctr"/>
          <a:lstStyle>
            <a:lvl1pPr>
              <a:lnSpc>
                <a:spcPct val="80000"/>
              </a:lnSpc>
              <a:defRPr sz="10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for divider slide with a max of three lines.</a:t>
            </a:r>
          </a:p>
        </p:txBody>
      </p:sp>
    </p:spTree>
    <p:extLst>
      <p:ext uri="{BB962C8B-B14F-4D97-AF65-F5344CB8AC3E}">
        <p14:creationId xmlns:p14="http://schemas.microsoft.com/office/powerpoint/2010/main" val="28315731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row of purple cubes&#10;&#10;AI-generated content may be incorrect.">
            <a:extLst>
              <a:ext uri="{FF2B5EF4-FFF2-40B4-BE49-F238E27FC236}">
                <a16:creationId xmlns:a16="http://schemas.microsoft.com/office/drawing/2014/main" id="{2C671790-91B2-200B-060F-F080753E3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A53FBC-6EC9-BE31-73C7-CDB07E7DD843}"/>
              </a:ext>
            </a:extLst>
          </p:cNvPr>
          <p:cNvSpPr/>
          <p:nvPr userDrawn="1"/>
        </p:nvSpPr>
        <p:spPr>
          <a:xfrm>
            <a:off x="0" y="0"/>
            <a:ext cx="18288000" cy="10287001"/>
          </a:xfrm>
          <a:prstGeom prst="rect">
            <a:avLst/>
          </a:prstGeom>
          <a:solidFill>
            <a:schemeClr val="accent6">
              <a:alpha val="89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269302-E5C9-1F15-1111-F6A43ED5D3FB}"/>
              </a:ext>
            </a:extLst>
          </p:cNvPr>
          <p:cNvGrpSpPr/>
          <p:nvPr userDrawn="1"/>
        </p:nvGrpSpPr>
        <p:grpSpPr>
          <a:xfrm>
            <a:off x="571499" y="734706"/>
            <a:ext cx="3414121" cy="1962924"/>
            <a:chOff x="571499" y="734706"/>
            <a:chExt cx="3414121" cy="196292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2AF684C-2015-70EF-F9F6-CC4BDE9D748C}"/>
                </a:ext>
              </a:extLst>
            </p:cNvPr>
            <p:cNvSpPr/>
            <p:nvPr userDrawn="1"/>
          </p:nvSpPr>
          <p:spPr>
            <a:xfrm>
              <a:off x="571499" y="921136"/>
              <a:ext cx="1502627" cy="150262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solidFill>
                  <a:schemeClr val="accent5"/>
                </a:solidFill>
                <a:latin typeface="Overused Grotesk" pitchFamily="2" charset="0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A5D0B11D-C94C-AE42-6847-0C407A8C6956}"/>
                </a:ext>
              </a:extLst>
            </p:cNvPr>
            <p:cNvPicPr/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74126" y="734706"/>
              <a:ext cx="1911494" cy="1962924"/>
            </a:xfrm>
            <a:prstGeom prst="rect">
              <a:avLst/>
            </a:prstGeom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0B86B79-47A2-294F-E632-DCF42012AA2A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1458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tx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tx1"/>
              </a:solidFill>
              <a:latin typeface="Overused Grotesk" pitchFamily="2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3A46BC05-07D5-C4A3-AD23-A30961F5E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57" y="4869748"/>
            <a:ext cx="12692584" cy="1549073"/>
          </a:xfrm>
        </p:spPr>
        <p:txBody>
          <a:bodyPr anchor="ctr"/>
          <a:lstStyle>
            <a:lvl1pPr>
              <a:lnSpc>
                <a:spcPct val="80000"/>
              </a:lnSpc>
              <a:defRPr sz="10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for divider slide with a max of three lines.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915906B-AF86-8054-6527-44222A6C6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19898" y="1003605"/>
            <a:ext cx="2889558" cy="3000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0">
                <a:solidFill>
                  <a:schemeClr val="tx1"/>
                </a:solidFill>
                <a:latin typeface="Overused Grotesk" pitchFamily="2" charset="0"/>
              </a:defRPr>
            </a:lvl1pPr>
            <a:lvl2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Month, 2025</a:t>
            </a:r>
            <a:endParaRPr lang="en-B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0A6A32-1DC8-33CA-448C-89AF3E9CF075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tx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tx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tx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tx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389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white swirl&#10;&#10;AI-generated content may be incorrect.">
            <a:extLst>
              <a:ext uri="{FF2B5EF4-FFF2-40B4-BE49-F238E27FC236}">
                <a16:creationId xmlns:a16="http://schemas.microsoft.com/office/drawing/2014/main" id="{660CDDAE-1DE4-5BB1-74BC-E8C8D429ECD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8135" y="0"/>
            <a:ext cx="18304270" cy="10287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A30268F-547A-C6E8-7264-86C76ACF10B2}"/>
              </a:ext>
            </a:extLst>
          </p:cNvPr>
          <p:cNvSpPr/>
          <p:nvPr userDrawn="1"/>
        </p:nvSpPr>
        <p:spPr>
          <a:xfrm>
            <a:off x="-16579" y="0"/>
            <a:ext cx="18288000" cy="10287001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3036E9-A716-805E-D131-CF567F32D232}"/>
              </a:ext>
            </a:extLst>
          </p:cNvPr>
          <p:cNvGrpSpPr/>
          <p:nvPr userDrawn="1"/>
        </p:nvGrpSpPr>
        <p:grpSpPr>
          <a:xfrm>
            <a:off x="571499" y="734706"/>
            <a:ext cx="3414121" cy="1962924"/>
            <a:chOff x="571499" y="734706"/>
            <a:chExt cx="3414121" cy="196292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4E5057-7957-23F6-A0C1-75238DEE5612}"/>
                </a:ext>
              </a:extLst>
            </p:cNvPr>
            <p:cNvSpPr/>
            <p:nvPr userDrawn="1"/>
          </p:nvSpPr>
          <p:spPr>
            <a:xfrm>
              <a:off x="571499" y="921136"/>
              <a:ext cx="1502627" cy="15026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6A4E7F5A-6A5F-AAD9-736C-B36C49553C64}"/>
                </a:ext>
              </a:extLst>
            </p:cNvPr>
            <p:cNvPicPr/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74126" y="734706"/>
              <a:ext cx="1911494" cy="1962924"/>
            </a:xfrm>
            <a:prstGeom prst="rect">
              <a:avLst/>
            </a:prstGeom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0B86B79-47A2-294F-E632-DCF42012AA2A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1458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tx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tx1"/>
              </a:solidFill>
              <a:latin typeface="Overused Grotesk" pitchFamily="2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3A46BC05-07D5-C4A3-AD23-A30961F5E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57" y="4869748"/>
            <a:ext cx="12692584" cy="1549073"/>
          </a:xfrm>
        </p:spPr>
        <p:txBody>
          <a:bodyPr anchor="ctr"/>
          <a:lstStyle>
            <a:lvl1pPr>
              <a:lnSpc>
                <a:spcPct val="80000"/>
              </a:lnSpc>
              <a:defRPr sz="10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for divider slide with a max of three lines.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915906B-AF86-8054-6527-44222A6C6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19898" y="1003605"/>
            <a:ext cx="2889558" cy="3000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0">
                <a:solidFill>
                  <a:schemeClr val="tx1"/>
                </a:solidFill>
                <a:latin typeface="Overused Grotesk" pitchFamily="2" charset="0"/>
              </a:defRPr>
            </a:lvl1pPr>
            <a:lvl2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Month, 2025</a:t>
            </a:r>
            <a:endParaRPr lang="en-B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D887A9-8B1E-3851-3FE7-026EC369CCD0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tx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tx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tx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tx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4420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purple wave&#10;&#10;AI-generated content may be incorrect.">
            <a:extLst>
              <a:ext uri="{FF2B5EF4-FFF2-40B4-BE49-F238E27FC236}">
                <a16:creationId xmlns:a16="http://schemas.microsoft.com/office/drawing/2014/main" id="{0BF3E87E-ED44-5074-8EF5-7572EA9C9F48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000499" y="-4000499"/>
            <a:ext cx="10287001" cy="182880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3B7E63-6C9F-063A-DB92-247144A17BFA}"/>
              </a:ext>
            </a:extLst>
          </p:cNvPr>
          <p:cNvSpPr>
            <a:spLocks/>
          </p:cNvSpPr>
          <p:nvPr userDrawn="1"/>
        </p:nvSpPr>
        <p:spPr>
          <a:xfrm>
            <a:off x="19949" y="0"/>
            <a:ext cx="18337309" cy="10287001"/>
          </a:xfrm>
          <a:prstGeom prst="rect">
            <a:avLst/>
          </a:prstGeom>
          <a:solidFill>
            <a:schemeClr val="accent1">
              <a:alpha val="796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B35DA2-900B-4311-7E39-C416994CBC31}"/>
              </a:ext>
            </a:extLst>
          </p:cNvPr>
          <p:cNvGrpSpPr/>
          <p:nvPr userDrawn="1"/>
        </p:nvGrpSpPr>
        <p:grpSpPr>
          <a:xfrm>
            <a:off x="571499" y="734706"/>
            <a:ext cx="3414121" cy="1962924"/>
            <a:chOff x="571499" y="734706"/>
            <a:chExt cx="3414121" cy="196292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58D005-0F65-5146-C0EB-439728827BD1}"/>
                </a:ext>
              </a:extLst>
            </p:cNvPr>
            <p:cNvSpPr/>
            <p:nvPr userDrawn="1"/>
          </p:nvSpPr>
          <p:spPr>
            <a:xfrm>
              <a:off x="571499" y="921136"/>
              <a:ext cx="1502627" cy="150262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649E0EA9-95E7-7D15-9FC1-AB8D46E84427}"/>
                </a:ext>
              </a:extLst>
            </p:cNvPr>
            <p:cNvPicPr/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74126" y="734706"/>
              <a:ext cx="1911494" cy="196292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B5001B8-2F3B-9DE2-2703-93E30F82CE4A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0B86B79-47A2-294F-E632-DCF42012AA2A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1458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3A46BC05-07D5-C4A3-AD23-A30961F5E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57" y="4869748"/>
            <a:ext cx="12692584" cy="1549073"/>
          </a:xfrm>
        </p:spPr>
        <p:txBody>
          <a:bodyPr anchor="ctr"/>
          <a:lstStyle>
            <a:lvl1pPr>
              <a:lnSpc>
                <a:spcPct val="80000"/>
              </a:lnSpc>
              <a:defRPr sz="10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for divider slide with a max of three lines.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915906B-AF86-8054-6527-44222A6C6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19898" y="1003605"/>
            <a:ext cx="2889558" cy="3000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Month, 2025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5009174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close-up of a graph&#10;&#10;AI-generated content may be incorrect.">
            <a:extLst>
              <a:ext uri="{FF2B5EF4-FFF2-40B4-BE49-F238E27FC236}">
                <a16:creationId xmlns:a16="http://schemas.microsoft.com/office/drawing/2014/main" id="{94206AD9-B1E1-D59B-D98D-42CA5531AEAB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8337310" cy="102870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3F14C09-40E7-4216-06A5-59685807DE52}"/>
              </a:ext>
            </a:extLst>
          </p:cNvPr>
          <p:cNvSpPr>
            <a:spLocks/>
          </p:cNvSpPr>
          <p:nvPr userDrawn="1"/>
        </p:nvSpPr>
        <p:spPr>
          <a:xfrm>
            <a:off x="1" y="3462"/>
            <a:ext cx="18337309" cy="10287001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b="0" i="0" dirty="0">
              <a:latin typeface="Overused Grotesk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0B86B79-47A2-294F-E632-DCF42012AA2A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1458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310B2B-484E-869F-53E5-37F640EC5DDB}"/>
              </a:ext>
            </a:extLst>
          </p:cNvPr>
          <p:cNvGrpSpPr/>
          <p:nvPr userDrawn="1"/>
        </p:nvGrpSpPr>
        <p:grpSpPr>
          <a:xfrm>
            <a:off x="571499" y="734706"/>
            <a:ext cx="3414121" cy="1962924"/>
            <a:chOff x="571499" y="734706"/>
            <a:chExt cx="3414121" cy="196292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87BECBE-B6B3-93BE-49B6-3A4FA1911AC7}"/>
                </a:ext>
              </a:extLst>
            </p:cNvPr>
            <p:cNvSpPr/>
            <p:nvPr userDrawn="1"/>
          </p:nvSpPr>
          <p:spPr>
            <a:xfrm>
              <a:off x="571499" y="921136"/>
              <a:ext cx="1502627" cy="150262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G" b="0" i="0" dirty="0">
                <a:latin typeface="Overused Grotesk" pitchFamily="2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91877C64-9846-9DC1-05BC-605388EAECF9}"/>
                </a:ext>
              </a:extLst>
            </p:cNvPr>
            <p:cNvPicPr/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74126" y="734706"/>
              <a:ext cx="1911494" cy="1962924"/>
            </a:xfrm>
            <a:prstGeom prst="rect">
              <a:avLst/>
            </a:prstGeom>
          </p:spPr>
        </p:pic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3A46BC05-07D5-C4A3-AD23-A30961F5E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1057" y="4869748"/>
            <a:ext cx="12692584" cy="1549073"/>
          </a:xfrm>
        </p:spPr>
        <p:txBody>
          <a:bodyPr anchor="ctr"/>
          <a:lstStyle>
            <a:lvl1pPr>
              <a:lnSpc>
                <a:spcPct val="80000"/>
              </a:lnSpc>
              <a:defRPr sz="10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for divider slide with a max of three lines.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915906B-AF86-8054-6527-44222A6C6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19898" y="1003605"/>
            <a:ext cx="2889558" cy="3000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Overused Grotesk" pitchFamily="2" charset="0"/>
              </a:defRPr>
            </a:lvl1pPr>
            <a:lvl2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Bahnschrift Light" panose="020B0502040204020203" pitchFamily="34" charset="0"/>
              </a:defRPr>
            </a:lvl5pPr>
          </a:lstStyle>
          <a:p>
            <a:pPr lvl="0"/>
            <a:r>
              <a:rPr lang="en-GB" dirty="0"/>
              <a:t>Month, 2025</a:t>
            </a:r>
            <a:endParaRPr lang="en-B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06AEC-18E7-449C-A2D4-09758B997341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8450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Slide 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95" descr="preencoded.png">
            <a:extLst>
              <a:ext uri="{FF2B5EF4-FFF2-40B4-BE49-F238E27FC236}">
                <a16:creationId xmlns:a16="http://schemas.microsoft.com/office/drawing/2014/main" id="{68951529-3D26-6ED4-FE24-8CE277DF5712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 rot="10800000"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932E94-22E1-F22F-536E-F14F0CC14F78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 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2677AA-EDDB-4BB0-9CAA-E386A8359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02149" y="573434"/>
            <a:ext cx="514351" cy="588616"/>
          </a:xfrm>
          <a:prstGeom prst="rect">
            <a:avLst/>
          </a:prstGeom>
        </p:spPr>
      </p:pic>
      <p:sp>
        <p:nvSpPr>
          <p:cNvPr id="8" name="Slide Number Placeholder 0">
            <a:extLst>
              <a:ext uri="{FF2B5EF4-FFF2-40B4-BE49-F238E27FC236}">
                <a16:creationId xmlns:a16="http://schemas.microsoft.com/office/drawing/2014/main" id="{1E0917D8-64DE-BA57-9E29-B1C3E42D1102}"/>
              </a:ext>
            </a:extLst>
          </p:cNvPr>
          <p:cNvSpPr txBox="1"/>
          <p:nvPr userDrawn="1"/>
        </p:nvSpPr>
        <p:spPr>
          <a:xfrm>
            <a:off x="16931735" y="9786597"/>
            <a:ext cx="1146201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r" defTabSz="914400" rtl="0" eaLnBrk="1" latinLnBrk="0" hangingPunct="1">
              <a:defRPr sz="1400" b="0" i="0" kern="1200">
                <a:solidFill>
                  <a:schemeClr val="bg1"/>
                </a:solidFill>
                <a:latin typeface="Bahnschrift" panose="020B0502040204020203" pitchFamily="34" charset="0"/>
                <a:ea typeface="Bahnschrift" panose="020B0502040204020203" pitchFamily="34" charset="0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z="1200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US" sz="12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3" name="Title 24">
            <a:extLst>
              <a:ext uri="{FF2B5EF4-FFF2-40B4-BE49-F238E27FC236}">
                <a16:creationId xmlns:a16="http://schemas.microsoft.com/office/drawing/2014/main" id="{487F3B35-CBBA-47FA-3F03-8457C550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78" y="599549"/>
            <a:ext cx="15379001" cy="673298"/>
          </a:xfrm>
        </p:spPr>
        <p:txBody>
          <a:bodyPr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5090606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98BB539-4899-28BE-EFCF-A81678D13F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8285620" cy="102885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27873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95" descr="preencoded.png">
            <a:extLst>
              <a:ext uri="{FF2B5EF4-FFF2-40B4-BE49-F238E27FC236}">
                <a16:creationId xmlns:a16="http://schemas.microsoft.com/office/drawing/2014/main" id="{76CD90FD-B8B7-4AF8-0C8F-5F69D54D8C31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-1" y="1588"/>
            <a:ext cx="18288000" cy="10287000"/>
          </a:xfrm>
          <a:prstGeom prst="rect">
            <a:avLst/>
          </a:prstGeom>
        </p:spPr>
      </p:pic>
      <p:pic>
        <p:nvPicPr>
          <p:cNvPr id="20" name="9. Curve.png" descr="preencoded.png">
            <a:extLst>
              <a:ext uri="{FF2B5EF4-FFF2-40B4-BE49-F238E27FC236}">
                <a16:creationId xmlns:a16="http://schemas.microsoft.com/office/drawing/2014/main" id="{9C02A03E-436F-5CF4-4674-AEA16EDB3399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48250" y="1588"/>
            <a:ext cx="13239749" cy="10287000"/>
          </a:xfrm>
          <a:prstGeom prst="rect">
            <a:avLst/>
          </a:prstGeom>
        </p:spPr>
      </p:pic>
      <p:pic>
        <p:nvPicPr>
          <p:cNvPr id="9" name="Original_LOGO_black" descr="preencoded.png">
            <a:extLst>
              <a:ext uri="{FF2B5EF4-FFF2-40B4-BE49-F238E27FC236}">
                <a16:creationId xmlns:a16="http://schemas.microsoft.com/office/drawing/2014/main" id="{98722DD9-880B-F357-F603-753741D517AC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" y="1003299"/>
            <a:ext cx="4476750" cy="82867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4AB463-5E86-DC9B-61C6-9CD416AEF717}"/>
              </a:ext>
            </a:extLst>
          </p:cNvPr>
          <p:cNvCxnSpPr/>
          <p:nvPr userDrawn="1"/>
        </p:nvCxnSpPr>
        <p:spPr>
          <a:xfrm>
            <a:off x="571500" y="561975"/>
            <a:ext cx="172342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633F9F0-C4FE-B7AE-5628-1CD85D46F5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05359" y="1024898"/>
            <a:ext cx="2800350" cy="300000"/>
          </a:xfrm>
        </p:spPr>
        <p:txBody>
          <a:bodyPr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BG" dirty="0"/>
              <a:t>April 29, 2025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4873E29-74D1-6EB0-E19B-3BC18384CD0F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1C5523-4736-F865-E202-6BDDA7B27C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959" y="5361381"/>
            <a:ext cx="12083161" cy="1662932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14500" b="0" i="0">
                <a:solidFill>
                  <a:schemeClr val="bg1"/>
                </a:solidFill>
                <a:latin typeface="All Round Gothic Medium" panose="020B0603020202020104" pitchFamily="34" charset="77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0B86B79-47A2-294F-E632-DCF42012AA2A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1458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solidFill>
                  <a:schemeClr val="bg1"/>
                </a:solidFill>
                <a:latin typeface="Overused Grotesk" pitchFamily="2" charset="0"/>
              </a:rPr>
              <a:pPr/>
              <a:t>‹#›</a:t>
            </a:fld>
            <a:endParaRPr lang="en-BG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E3A860-147D-9135-A9F1-0249DE8C79AD}"/>
              </a:ext>
            </a:extLst>
          </p:cNvPr>
          <p:cNvSpPr txBox="1"/>
          <p:nvPr userDrawn="1"/>
        </p:nvSpPr>
        <p:spPr>
          <a:xfrm>
            <a:off x="339316" y="9810306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chemeClr val="bg1"/>
                </a:solidFill>
                <a:effectLst/>
                <a:latin typeface="Overused Grotesk" pitchFamily="2" charset="0"/>
              </a:rPr>
              <a:t>©2026 </a:t>
            </a:r>
            <a:r>
              <a:rPr lang="en-US" sz="1000" b="0" i="0" u="none" strike="noStrike" dirty="0" err="1">
                <a:solidFill>
                  <a:schemeClr val="bg1"/>
                </a:solidFill>
                <a:effectLst/>
                <a:latin typeface="Overused Grotesk" pitchFamily="2" charset="0"/>
              </a:rPr>
              <a:t>TeKnowledge</a:t>
            </a:r>
            <a:endParaRPr lang="en-BG" sz="1000" b="0" i="0" dirty="0">
              <a:solidFill>
                <a:schemeClr val="bg1"/>
              </a:solidFill>
              <a:latin typeface="Overused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99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F0EED4-814B-853A-AA0A-7F6FD7FDC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1284970"/>
            <a:ext cx="7810501" cy="720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CDEFF5E-61DB-A12E-AE0A-F9EDE3780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78963" y="1301877"/>
            <a:ext cx="7402650" cy="2577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1FEDDE5-D042-2377-FD6B-0B1EB989B8A8}"/>
              </a:ext>
            </a:extLst>
          </p:cNvPr>
          <p:cNvSpPr txBox="1">
            <a:spLocks/>
          </p:cNvSpPr>
          <p:nvPr userDrawn="1"/>
        </p:nvSpPr>
        <p:spPr>
          <a:xfrm>
            <a:off x="16842443" y="9736543"/>
            <a:ext cx="123683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58D5F5-3A2D-FB42-B5DF-AFC0D04F8660}" type="slidenum">
              <a:rPr lang="en-BG" b="0" i="0" smtClean="0">
                <a:latin typeface="Overused Grotesk" pitchFamily="2" charset="0"/>
              </a:rPr>
              <a:pPr/>
              <a:t>‹#›</a:t>
            </a:fld>
            <a:endParaRPr lang="en-BG" b="0" i="0" dirty="0">
              <a:latin typeface="Overused Grotesk" pitchFamily="2" charset="0"/>
            </a:endParaRP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D5501444-A511-DFA0-F012-6F5A86AA6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66813" y="534167"/>
            <a:ext cx="4114800" cy="547772"/>
          </a:xfrm>
          <a:prstGeom prst="rect">
            <a:avLst/>
          </a:prstGeom>
        </p:spPr>
        <p:txBody>
          <a:bodyPr/>
          <a:lstStyle>
            <a:lvl1pPr algn="r">
              <a:defRPr b="0" i="0">
                <a:latin typeface="Overused Grotesk" pitchFamily="2" charset="0"/>
              </a:defRPr>
            </a:lvl1pPr>
          </a:lstStyle>
          <a:p>
            <a:fld id="{BDE05C9F-E341-1646-AC1B-8B7BC67AB392}" type="datetimeFigureOut">
              <a:rPr lang="en-BG" smtClean="0"/>
              <a:pPr/>
              <a:t>07/12/2026</a:t>
            </a:fld>
            <a:endParaRPr lang="en-BG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85684C5-DB03-BC5B-B7DE-ADBF6A1760AD}"/>
              </a:ext>
            </a:extLst>
          </p:cNvPr>
          <p:cNvSpPr txBox="1">
            <a:spLocks/>
          </p:cNvSpPr>
          <p:nvPr userDrawn="1"/>
        </p:nvSpPr>
        <p:spPr>
          <a:xfrm>
            <a:off x="355679" y="9736542"/>
            <a:ext cx="3420109" cy="3429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i="0" dirty="0">
                <a:latin typeface="Overused Grotesk" pitchFamily="2" charset="0"/>
              </a:rPr>
              <a:t>©</a:t>
            </a:r>
            <a:r>
              <a:rPr lang="en-BG" sz="1000" b="0" i="0" dirty="0">
                <a:solidFill>
                  <a:schemeClr val="tx1"/>
                </a:solidFill>
                <a:latin typeface="Overused Grotesk" pitchFamily="2" charset="0"/>
              </a:rPr>
              <a:t>202</a:t>
            </a:r>
            <a:r>
              <a:rPr lang="en-US" sz="1000" b="0" i="0" dirty="0">
                <a:solidFill>
                  <a:schemeClr val="tx1"/>
                </a:solidFill>
                <a:latin typeface="Overused Grotesk" pitchFamily="2" charset="0"/>
              </a:rPr>
              <a:t>6 </a:t>
            </a:r>
            <a:r>
              <a:rPr lang="en-BG" sz="1000" b="0" i="0" dirty="0">
                <a:solidFill>
                  <a:schemeClr val="tx1"/>
                </a:solidFill>
                <a:latin typeface="Overused Grotesk" pitchFamily="2" charset="0"/>
              </a:rPr>
              <a:t>TeKnowledge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4E51C-044B-AC1D-A2B3-938C846EC6A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6000413" y="10072688"/>
            <a:ext cx="22526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G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Sensitivity: COMMERCIALLY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97634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66" r:id="rId4"/>
    <p:sldLayoutId id="2147483669" r:id="rId5"/>
    <p:sldLayoutId id="2147483670" r:id="rId6"/>
    <p:sldLayoutId id="2147483671" r:id="rId7"/>
    <p:sldLayoutId id="2147483665" r:id="rId8"/>
    <p:sldLayoutId id="2147483700" r:id="rId9"/>
    <p:sldLayoutId id="2147483698" r:id="rId10"/>
    <p:sldLayoutId id="2147483661" r:id="rId11"/>
    <p:sldLayoutId id="2147483664" r:id="rId12"/>
    <p:sldLayoutId id="2147483662" r:id="rId13"/>
    <p:sldLayoutId id="2147483702" r:id="rId14"/>
    <p:sldLayoutId id="2147483704" r:id="rId15"/>
    <p:sldLayoutId id="2147483708" r:id="rId16"/>
    <p:sldLayoutId id="2147483709" r:id="rId17"/>
    <p:sldLayoutId id="2147483699" r:id="rId18"/>
    <p:sldLayoutId id="2147483706" r:id="rId19"/>
    <p:sldLayoutId id="2147483705" r:id="rId20"/>
    <p:sldLayoutId id="2147483673" r:id="rId21"/>
    <p:sldLayoutId id="2147483672" r:id="rId22"/>
    <p:sldLayoutId id="2147483674" r:id="rId23"/>
    <p:sldLayoutId id="2147483703" r:id="rId24"/>
    <p:sldLayoutId id="2147483701" r:id="rId25"/>
    <p:sldLayoutId id="2147483697" r:id="rId26"/>
    <p:sldLayoutId id="2147483696" r:id="rId27"/>
    <p:sldLayoutId id="2147483695" r:id="rId28"/>
    <p:sldLayoutId id="2147483694" r:id="rId29"/>
    <p:sldLayoutId id="2147483693" r:id="rId30"/>
    <p:sldLayoutId id="2147483692" r:id="rId31"/>
    <p:sldLayoutId id="2147483690" r:id="rId32"/>
    <p:sldLayoutId id="2147483691" r:id="rId33"/>
    <p:sldLayoutId id="2147483689" r:id="rId34"/>
    <p:sldLayoutId id="2147483707" r:id="rId35"/>
    <p:sldLayoutId id="2147483686" r:id="rId36"/>
    <p:sldLayoutId id="2147483688" r:id="rId37"/>
    <p:sldLayoutId id="2147483687" r:id="rId38"/>
    <p:sldLayoutId id="2147483685" r:id="rId39"/>
    <p:sldLayoutId id="2147483681" r:id="rId40"/>
    <p:sldLayoutId id="2147483682" r:id="rId41"/>
    <p:sldLayoutId id="2147483678" r:id="rId42"/>
    <p:sldLayoutId id="2147483680" r:id="rId43"/>
    <p:sldLayoutId id="2147483683" r:id="rId44"/>
    <p:sldLayoutId id="2147483684" r:id="rId45"/>
    <p:sldLayoutId id="2147483679" r:id="rId46"/>
    <p:sldLayoutId id="2147483675" r:id="rId47"/>
    <p:sldLayoutId id="2147483712" r:id="rId48"/>
    <p:sldLayoutId id="2147483676" r:id="rId49"/>
    <p:sldLayoutId id="2147483677" r:id="rId50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All Round Gothic Medium" panose="020B0603020202020104" pitchFamily="34" charset="77"/>
          <a:ea typeface="+mj-ea"/>
          <a:cs typeface="+mj-cs"/>
        </a:defRPr>
      </a:lvl1pPr>
    </p:titleStyle>
    <p:bodyStyle>
      <a:lvl1pPr marL="0" indent="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Overused Grotesk" pitchFamily="2" charset="0"/>
          <a:ea typeface="+mn-ea"/>
          <a:cs typeface="+mn-cs"/>
        </a:defRPr>
      </a:lvl1pPr>
      <a:lvl2pPr marL="0" indent="-198900" algn="l" defTabSz="13716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verused Grotesk" pitchFamily="2" charset="0"/>
          <a:ea typeface="+mn-ea"/>
          <a:cs typeface="+mn-cs"/>
        </a:defRPr>
      </a:lvl2pPr>
      <a:lvl3pPr marL="684000" indent="-198900" algn="l" defTabSz="1371600" rtl="0" eaLnBrk="1" latinLnBrk="0" hangingPunct="1">
        <a:lnSpc>
          <a:spcPct val="90000"/>
        </a:lnSpc>
        <a:spcBef>
          <a:spcPts val="750"/>
        </a:spcBef>
        <a:buClr>
          <a:schemeClr val="accent4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verused Grotesk" pitchFamily="2" charset="0"/>
          <a:ea typeface="+mn-ea"/>
          <a:cs typeface="+mn-cs"/>
        </a:defRPr>
      </a:lvl3pPr>
      <a:lvl4pPr marL="1044000" indent="-198900" algn="l" defTabSz="1371600" rtl="0" eaLnBrk="1" latinLnBrk="0" hangingPunct="1">
        <a:lnSpc>
          <a:spcPct val="90000"/>
        </a:lnSpc>
        <a:spcBef>
          <a:spcPts val="750"/>
        </a:spcBef>
        <a:buClr>
          <a:schemeClr val="accent3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verused Grotesk" pitchFamily="2" charset="0"/>
          <a:ea typeface="+mn-ea"/>
          <a:cs typeface="+mn-cs"/>
        </a:defRPr>
      </a:lvl4pPr>
      <a:lvl5pPr marL="1404000" indent="-198900" algn="l" defTabSz="1371600" rtl="0" eaLnBrk="1" latinLnBrk="0" hangingPunct="1">
        <a:lnSpc>
          <a:spcPct val="9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verused Grotesk" pitchFamily="2" charset="0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7FD6F-F500-382D-2D41-EEB6EB9AA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459" y="4218380"/>
            <a:ext cx="13665499" cy="3491429"/>
          </a:xfrm>
        </p:spPr>
        <p:txBody>
          <a:bodyPr>
            <a:normAutofit/>
          </a:bodyPr>
          <a:lstStyle/>
          <a:p>
            <a:r>
              <a:rPr lang="en-US" sz="11500" dirty="0"/>
              <a:t>Microsoft Sentinel</a:t>
            </a:r>
            <a:endParaRPr lang="en-BG" sz="11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EC04A-F68A-B3F2-F0CB-EDC731DD8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980" y="7929488"/>
            <a:ext cx="6836229" cy="692475"/>
          </a:xfrm>
        </p:spPr>
        <p:txBody>
          <a:bodyPr>
            <a:normAutofit/>
          </a:bodyPr>
          <a:lstStyle/>
          <a:p>
            <a:r>
              <a:rPr lang="en-US" dirty="0"/>
              <a:t>SIEM + SOAR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643082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C95065-20AD-E5B5-EE59-BB3C37A92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6730" y="2013577"/>
            <a:ext cx="6836229" cy="692475"/>
          </a:xfrm>
        </p:spPr>
        <p:txBody>
          <a:bodyPr/>
          <a:lstStyle/>
          <a:p>
            <a:r>
              <a:rPr lang="en-US" dirty="0"/>
              <a:t>Sentinel is:</a:t>
            </a:r>
            <a:endParaRPr lang="en-BG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6BEC7AB-51ED-4BC0-B597-5ADA0388E34B}"/>
              </a:ext>
            </a:extLst>
          </p:cNvPr>
          <p:cNvSpPr txBox="1">
            <a:spLocks/>
          </p:cNvSpPr>
          <p:nvPr/>
        </p:nvSpPr>
        <p:spPr>
          <a:xfrm>
            <a:off x="3679369" y="2953377"/>
            <a:ext cx="9167949" cy="1019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accent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dirty="0"/>
              <a:t>Cloud-Native Security Information and Event Management (SIEM) and Security Orchestration, Automation and Response (SOAR) Tool</a:t>
            </a:r>
            <a:endParaRPr lang="en-BG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EABF315-9F4F-4F0F-BC99-96CA3D8DF401}"/>
              </a:ext>
            </a:extLst>
          </p:cNvPr>
          <p:cNvSpPr txBox="1">
            <a:spLocks/>
          </p:cNvSpPr>
          <p:nvPr/>
        </p:nvSpPr>
        <p:spPr>
          <a:xfrm>
            <a:off x="3679368" y="5486400"/>
            <a:ext cx="9167949" cy="1019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accent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It is built into Azure as a Cloud Resource</a:t>
            </a:r>
            <a:endParaRPr lang="en-BG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FBF000C-D78E-4876-9764-16E0CBE526D7}"/>
              </a:ext>
            </a:extLst>
          </p:cNvPr>
          <p:cNvSpPr txBox="1">
            <a:spLocks/>
          </p:cNvSpPr>
          <p:nvPr/>
        </p:nvSpPr>
        <p:spPr>
          <a:xfrm>
            <a:off x="3679369" y="6752908"/>
            <a:ext cx="9167949" cy="1019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accent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Collects, correlate, detects, investigates and possibly responds to threats</a:t>
            </a:r>
            <a:endParaRPr lang="en-BG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89F448-9EE7-4044-A181-F874237A02BA}"/>
              </a:ext>
            </a:extLst>
          </p:cNvPr>
          <p:cNvSpPr txBox="1">
            <a:spLocks/>
          </p:cNvSpPr>
          <p:nvPr/>
        </p:nvSpPr>
        <p:spPr>
          <a:xfrm>
            <a:off x="3679370" y="8144821"/>
            <a:ext cx="9167949" cy="1019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accent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It is designed to enhance visibility, Automation and also to scale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3254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C95065-20AD-E5B5-EE59-BB3C37A92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8227" y="2089166"/>
            <a:ext cx="12170232" cy="1063308"/>
          </a:xfrm>
        </p:spPr>
        <p:txBody>
          <a:bodyPr>
            <a:noAutofit/>
          </a:bodyPr>
          <a:lstStyle/>
          <a:p>
            <a:r>
              <a:rPr lang="en-US" sz="5400" b="1" dirty="0"/>
              <a:t>CORE COMPONENTS OF SENTINEL</a:t>
            </a:r>
            <a:endParaRPr lang="en-BG" sz="54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6BEC7AB-51ED-4BC0-B597-5ADA0388E34B}"/>
              </a:ext>
            </a:extLst>
          </p:cNvPr>
          <p:cNvSpPr txBox="1">
            <a:spLocks/>
          </p:cNvSpPr>
          <p:nvPr/>
        </p:nvSpPr>
        <p:spPr>
          <a:xfrm>
            <a:off x="3679369" y="2953377"/>
            <a:ext cx="9167949" cy="1019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accent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/>
              <a:t>Data Sources</a:t>
            </a:r>
            <a:endParaRPr lang="en-BG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EABF315-9F4F-4F0F-BC99-96CA3D8DF401}"/>
              </a:ext>
            </a:extLst>
          </p:cNvPr>
          <p:cNvSpPr txBox="1">
            <a:spLocks/>
          </p:cNvSpPr>
          <p:nvPr/>
        </p:nvSpPr>
        <p:spPr>
          <a:xfrm>
            <a:off x="3679369" y="4125111"/>
            <a:ext cx="9167949" cy="1019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accent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Detections using Analytics</a:t>
            </a:r>
            <a:endParaRPr lang="en-BG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FBF000C-D78E-4876-9764-16E0CBE526D7}"/>
              </a:ext>
            </a:extLst>
          </p:cNvPr>
          <p:cNvSpPr txBox="1">
            <a:spLocks/>
          </p:cNvSpPr>
          <p:nvPr/>
        </p:nvSpPr>
        <p:spPr>
          <a:xfrm>
            <a:off x="3679369" y="5066808"/>
            <a:ext cx="9167949" cy="1019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accent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Incidents and Investigations</a:t>
            </a:r>
            <a:endParaRPr lang="en-BG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89F448-9EE7-4044-A181-F874237A02BA}"/>
              </a:ext>
            </a:extLst>
          </p:cNvPr>
          <p:cNvSpPr txBox="1">
            <a:spLocks/>
          </p:cNvSpPr>
          <p:nvPr/>
        </p:nvSpPr>
        <p:spPr>
          <a:xfrm>
            <a:off x="3679369" y="6008505"/>
            <a:ext cx="9167949" cy="1019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accent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Automation &amp; Responses: Using Logic Apps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88415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D37506-9E9B-3E93-64AB-F27B30F84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0439" y="1920240"/>
            <a:ext cx="15827121" cy="2026920"/>
          </a:xfrm>
        </p:spPr>
        <p:txBody>
          <a:bodyPr/>
          <a:lstStyle/>
          <a:p>
            <a:r>
              <a:rPr lang="en-US" dirty="0"/>
              <a:t>User Roles in Sentinel</a:t>
            </a:r>
            <a:endParaRPr lang="en-BG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C162F37-0C26-BE59-EDB1-D039A52CD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4940" y="3600922"/>
            <a:ext cx="10721340" cy="177879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b="0" u="none" strike="noStrike" dirty="0">
                <a:effectLst/>
                <a:latin typeface="+mn-lt"/>
              </a:rPr>
              <a:t>Microsoft Sentinel uses Azure role-based access control (Azure RBAC) to manage permissions</a:t>
            </a:r>
            <a:r>
              <a:rPr lang="en-US" dirty="0">
                <a:latin typeface="+mn-lt"/>
              </a:rPr>
              <a:t>. This system uses built-in roles to give different users the exact permissions they need to do their jobs. The four primary roles are:</a:t>
            </a:r>
            <a:endParaRPr lang="en-BG" dirty="0">
              <a:latin typeface="+mn-lt"/>
            </a:endParaRPr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54275A81-3B72-4012-85F0-4E46834B72D3}"/>
              </a:ext>
            </a:extLst>
          </p:cNvPr>
          <p:cNvSpPr txBox="1">
            <a:spLocks/>
          </p:cNvSpPr>
          <p:nvPr/>
        </p:nvSpPr>
        <p:spPr>
          <a:xfrm>
            <a:off x="2019300" y="5719282"/>
            <a:ext cx="4518660" cy="590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bg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Microsoft Sentinel Responder</a:t>
            </a:r>
          </a:p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§"/>
            </a:pPr>
            <a:endParaRPr lang="en-BG" dirty="0">
              <a:latin typeface="+mn-lt"/>
            </a:endParaRPr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3B5438E0-ED6D-41A9-82C7-65AB7B4BD89D}"/>
              </a:ext>
            </a:extLst>
          </p:cNvPr>
          <p:cNvSpPr txBox="1">
            <a:spLocks/>
          </p:cNvSpPr>
          <p:nvPr/>
        </p:nvSpPr>
        <p:spPr>
          <a:xfrm>
            <a:off x="2034540" y="6359362"/>
            <a:ext cx="4518660" cy="590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bg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Microsoft Sentinel Contributor</a:t>
            </a:r>
            <a:endParaRPr lang="en-BG" dirty="0">
              <a:latin typeface="+mn-lt"/>
            </a:endParaRP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003F1DDF-3164-418B-AAE8-DA18621F5CC9}"/>
              </a:ext>
            </a:extLst>
          </p:cNvPr>
          <p:cNvSpPr txBox="1">
            <a:spLocks/>
          </p:cNvSpPr>
          <p:nvPr/>
        </p:nvSpPr>
        <p:spPr>
          <a:xfrm>
            <a:off x="2034540" y="6977526"/>
            <a:ext cx="5433060" cy="69247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bg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Microsoft Sentinel Playbook Operator</a:t>
            </a:r>
            <a:endParaRPr lang="en-BG" dirty="0">
              <a:latin typeface="+mn-lt"/>
            </a:endParaRP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6A49A7DE-E32C-4D66-9048-080A23D2E000}"/>
              </a:ext>
            </a:extLst>
          </p:cNvPr>
          <p:cNvSpPr txBox="1">
            <a:spLocks/>
          </p:cNvSpPr>
          <p:nvPr/>
        </p:nvSpPr>
        <p:spPr>
          <a:xfrm>
            <a:off x="2049780" y="7602366"/>
            <a:ext cx="6530340" cy="69247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bg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Microsoft Sentinel Automation Contributor</a:t>
            </a:r>
            <a:endParaRPr lang="en-BG" dirty="0">
              <a:latin typeface="+mn-lt"/>
            </a:endParaRP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B4401BE0-FD84-47DD-9D45-CBAB584AF6DD}"/>
              </a:ext>
            </a:extLst>
          </p:cNvPr>
          <p:cNvSpPr txBox="1">
            <a:spLocks/>
          </p:cNvSpPr>
          <p:nvPr/>
        </p:nvSpPr>
        <p:spPr>
          <a:xfrm>
            <a:off x="2065020" y="8227206"/>
            <a:ext cx="6530340" cy="69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bg1"/>
                </a:solidFill>
                <a:latin typeface="Overused Grotesk" pitchFamily="2" charset="0"/>
                <a:ea typeface="+mn-ea"/>
                <a:cs typeface="+mn-cs"/>
              </a:defRPr>
            </a:lvl1pPr>
            <a:lvl2pPr marL="685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2pPr>
            <a:lvl3pPr marL="1371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27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3pPr>
            <a:lvl4pPr marL="2057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4pPr>
            <a:lvl5pPr marL="27432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Overused Grotesk" pitchFamily="2" charset="0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Log Analytics Roles</a:t>
            </a:r>
            <a:endParaRPr lang="en-BG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4845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6ABFE4F-9935-4564-AA7F-EE623BC52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00" y="2560832"/>
            <a:ext cx="12661373" cy="615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95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7DC2-D733-5AAD-16B7-C0FAF49B1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159" y="1767840"/>
            <a:ext cx="12931521" cy="1362231"/>
          </a:xfrm>
        </p:spPr>
        <p:txBody>
          <a:bodyPr>
            <a:normAutofit/>
          </a:bodyPr>
          <a:lstStyle/>
          <a:p>
            <a:r>
              <a:rPr lang="en-US" sz="6000" dirty="0"/>
              <a:t>Azure Security Administrator Role</a:t>
            </a:r>
            <a:endParaRPr lang="en-BG" sz="6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ECD3D-48FC-0CE9-E303-AD87B0D088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58" y="3280418"/>
            <a:ext cx="11620881" cy="956302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+mn-lt"/>
              </a:rPr>
              <a:t>The Security Administrator role is an identity permission. It gives access to Microsoft </a:t>
            </a:r>
            <a:r>
              <a:rPr lang="en-US" sz="2800" dirty="0" err="1">
                <a:latin typeface="+mn-lt"/>
              </a:rPr>
              <a:t>Entra</a:t>
            </a:r>
            <a:r>
              <a:rPr lang="en-US" sz="2800" dirty="0">
                <a:latin typeface="+mn-lt"/>
              </a:rPr>
              <a:t> ID (formerly Azure AD) and Microsoft Defender.</a:t>
            </a:r>
            <a:endParaRPr lang="en-BG" sz="28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65078-3525-41BA-9A4A-6B26BE087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58" y="4734331"/>
            <a:ext cx="12127801" cy="4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8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D27A21-1D68-4EE6-BECE-F839C3C36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079" y="716632"/>
            <a:ext cx="13826701" cy="93112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1F7DC2-D733-5AAD-16B7-C0FAF49B1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077" y="-187333"/>
            <a:ext cx="12931521" cy="1362231"/>
          </a:xfrm>
        </p:spPr>
        <p:txBody>
          <a:bodyPr>
            <a:normAutofit/>
          </a:bodyPr>
          <a:lstStyle/>
          <a:p>
            <a:r>
              <a:rPr lang="en-US" sz="6000" dirty="0"/>
              <a:t>Data Ingestion in MS Sentinel</a:t>
            </a:r>
            <a:endParaRPr lang="en-BG" sz="6000" dirty="0"/>
          </a:p>
        </p:txBody>
      </p:sp>
    </p:spTree>
    <p:extLst>
      <p:ext uri="{BB962C8B-B14F-4D97-AF65-F5344CB8AC3E}">
        <p14:creationId xmlns:p14="http://schemas.microsoft.com/office/powerpoint/2010/main" val="2037678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A88426-5675-4D62-B397-D1D2FBC8C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4159" y="4434840"/>
            <a:ext cx="5200841" cy="2026920"/>
          </a:xfrm>
        </p:spPr>
        <p:txBody>
          <a:bodyPr>
            <a:normAutofit/>
          </a:bodyPr>
          <a:lstStyle/>
          <a:p>
            <a:r>
              <a:rPr lang="en-US" dirty="0"/>
              <a:t>DEMO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652786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4CD825-70D7-060D-4B71-C2CDE85763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B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8ADF85-4932-8EB5-FF65-275EA51B3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1448" y="3398579"/>
            <a:ext cx="3589400" cy="3491429"/>
          </a:xfrm>
        </p:spPr>
        <p:txBody>
          <a:bodyPr/>
          <a:lstStyle/>
          <a:p>
            <a:r>
              <a:rPr lang="en-US" dirty="0"/>
              <a:t>Q&amp;A</a:t>
            </a:r>
            <a:endParaRPr lang="en-BG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6DDA27D-27FD-36EB-FD97-56CE1840AF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924500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Knowledge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5049F5"/>
      </a:accent1>
      <a:accent2>
        <a:srgbClr val="2F2F2F"/>
      </a:accent2>
      <a:accent3>
        <a:srgbClr val="F8D7B1"/>
      </a:accent3>
      <a:accent4>
        <a:srgbClr val="FF6434"/>
      </a:accent4>
      <a:accent5>
        <a:srgbClr val="4117B3"/>
      </a:accent5>
      <a:accent6>
        <a:srgbClr val="E1CDFF"/>
      </a:accent6>
      <a:hlink>
        <a:srgbClr val="5048F5"/>
      </a:hlink>
      <a:folHlink>
        <a:srgbClr val="4116B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B8510BC057F749A167B287B6EC3735" ma:contentTypeVersion="12" ma:contentTypeDescription="Create a new document." ma:contentTypeScope="" ma:versionID="0ddfb9859916c09e291b2a93e4432b57">
  <xsd:schema xmlns:xsd="http://www.w3.org/2001/XMLSchema" xmlns:xs="http://www.w3.org/2001/XMLSchema" xmlns:p="http://schemas.microsoft.com/office/2006/metadata/properties" xmlns:ns2="98d88a27-ac84-4199-aeeb-4615ca413711" xmlns:ns3="4e98877d-2ec6-4072-ba10-6ccbde5fcde5" targetNamespace="http://schemas.microsoft.com/office/2006/metadata/properties" ma:root="true" ma:fieldsID="4efb5f2cd3e35c32b300841ee1b9c622" ns2:_="" ns3:_="">
    <xsd:import namespace="98d88a27-ac84-4199-aeeb-4615ca413711"/>
    <xsd:import namespace="4e98877d-2ec6-4072-ba10-6ccbde5fcd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d88a27-ac84-4199-aeeb-4615ca413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8c6dd46-44f4-4464-a1d8-9d93b99c6b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98877d-2ec6-4072-ba10-6ccbde5fcde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50a260-d34d-4a65-a92f-55ac7a319470}" ma:internalName="TaxCatchAll" ma:showField="CatchAllData" ma:web="4e98877d-2ec6-4072-ba10-6ccbde5fcd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e98877d-2ec6-4072-ba10-6ccbde5fcde5" xsi:nil="true"/>
    <lcf76f155ced4ddcb4097134ff3c332f xmlns="98d88a27-ac84-4199-aeeb-4615ca4137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8703BD3-C6E3-4779-9E3C-AF80C13E7D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d88a27-ac84-4199-aeeb-4615ca413711"/>
    <ds:schemaRef ds:uri="4e98877d-2ec6-4072-ba10-6ccbde5fcd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D1BBED-165C-41A4-AFEA-9C990CBF7D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2F83A1-E71E-41A1-AA7B-A0E755EF4878}">
  <ds:schemaRefs>
    <ds:schemaRef ds:uri="98d88a27-ac84-4199-aeeb-4615ca413711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e98877d-2ec6-4072-ba10-6ccbde5fcde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9ed6838-8934-4c4c-9c0f-f3f7d20a03aa}" enabled="1" method="Privileged" siteId="{ffcea58c-766b-4eea-9684-92cc7cb3c5e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7217</TotalTime>
  <Words>179</Words>
  <Application>Microsoft Office PowerPoint</Application>
  <PresentationFormat>Custom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All Round Gothic Medium</vt:lpstr>
      <vt:lpstr>Wingdings</vt:lpstr>
      <vt:lpstr>Overused Grotesk</vt:lpstr>
      <vt:lpstr>Arial</vt:lpstr>
      <vt:lpstr>Aptos SemiBold</vt:lpstr>
      <vt:lpstr>Aptos</vt:lpstr>
      <vt:lpstr>Bahnschrift</vt:lpstr>
      <vt:lpstr>Bahnschrift Light</vt:lpstr>
      <vt:lpstr>Calibri</vt:lpstr>
      <vt:lpstr>Office Theme</vt:lpstr>
      <vt:lpstr>Microsoft Sentinel</vt:lpstr>
      <vt:lpstr>PowerPoint Presentation</vt:lpstr>
      <vt:lpstr>PowerPoint Presentation</vt:lpstr>
      <vt:lpstr>User Roles in Sentinel</vt:lpstr>
      <vt:lpstr>PowerPoint Presentation</vt:lpstr>
      <vt:lpstr>Azure Security Administrator Role</vt:lpstr>
      <vt:lpstr>Data Ingestion in MS Sentinel</vt:lpstr>
      <vt:lpstr>DEMO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Teknowledge SOC</dc:title>
  <dc:creator>Dagmara Dabkowska</dc:creator>
  <cp:lastModifiedBy>ABIOLA</cp:lastModifiedBy>
  <cp:revision>83</cp:revision>
  <dcterms:created xsi:type="dcterms:W3CDTF">2025-04-29T20:04:05Z</dcterms:created>
  <dcterms:modified xsi:type="dcterms:W3CDTF">2026-07-13T06:53:46Z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Sensitivity: COMMERCIALLY CONFIDENTIAL</vt:lpwstr>
  </property>
  <property fmtid="{D5CDD505-2E9C-101B-9397-08002B2CF9AE}" pid="4" name="ContentTypeId">
    <vt:lpwstr>0x010100FAB8510BC057F749A167B287B6EC3735</vt:lpwstr>
  </property>
  <property fmtid="{D5CDD505-2E9C-101B-9397-08002B2CF9AE}" pid="5" name="MediaServiceImageTags">
    <vt:lpwstr/>
  </property>
</Properties>
</file>