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15"/>
  </p:notesMasterIdLst>
  <p:sldIdLst>
    <p:sldId id="265" r:id="rId5"/>
    <p:sldId id="260" r:id="rId6"/>
    <p:sldId id="2147481781" r:id="rId7"/>
    <p:sldId id="2147481780" r:id="rId8"/>
    <p:sldId id="2147481776" r:id="rId9"/>
    <p:sldId id="2147481777" r:id="rId10"/>
    <p:sldId id="267" r:id="rId11"/>
    <p:sldId id="266" r:id="rId12"/>
    <p:sldId id="2147481778" r:id="rId13"/>
    <p:sldId id="269" r:id="rId14"/>
  </p:sldIdLst>
  <p:sldSz cx="18288000" cy="10288588"/>
  <p:notesSz cx="6858000" cy="9144000"/>
  <p:embeddedFontLst>
    <p:embeddedFont>
      <p:font typeface="All Round Gothic Medium" panose="020B0604020202020204" charset="0"/>
      <p:regular r:id="rId16"/>
      <p:italic r:id="rId17"/>
    </p:embeddedFont>
    <p:embeddedFont>
      <p:font typeface="Aptos" panose="020B0004020202020204" pitchFamily="34" charset="0"/>
      <p:regular r:id="rId18"/>
      <p:bold r:id="rId19"/>
      <p:italic r:id="rId20"/>
      <p:boldItalic r:id="rId21"/>
    </p:embeddedFont>
    <p:embeddedFont>
      <p:font typeface="Aptos SemiBold" panose="020B0004020202020204" pitchFamily="34" charset="0"/>
      <p:bold r:id="rId22"/>
      <p:boldItalic r:id="rId23"/>
    </p:embeddedFont>
    <p:embeddedFont>
      <p:font typeface="Bahnschrift" panose="020B0502040204020203" pitchFamily="34" charset="0"/>
      <p:regular r:id="rId24"/>
      <p:bold r:id="rId25"/>
    </p:embeddedFont>
    <p:embeddedFont>
      <p:font typeface="Bahnschrift Light" panose="020B0502040204020203" pitchFamily="34" charset="0"/>
      <p:regular r:id="rId26"/>
    </p:embeddedFont>
    <p:embeddedFont>
      <p:font typeface="Calibri" panose="020F0502020204030204" pitchFamily="34" charset="0"/>
      <p:regular r:id="rId27"/>
      <p:bold r:id="rId28"/>
      <p:italic r:id="rId29"/>
      <p:boldItalic r:id="rId30"/>
    </p:embeddedFont>
    <p:embeddedFont>
      <p:font typeface="Overused Grotesk" panose="020B0604020202020204" charset="0"/>
      <p:regular r:id="rId31"/>
      <p:bold r:id="rId32"/>
      <p:italic r:id="rId33"/>
      <p:boldItalic r:id="rId3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D7FAA9-3574-1BF7-B26E-ACF3115B619C}" name="Paulina Valverde" initials="PV" userId="S::paulina.valverde@elev8me.com::be735e3c-ca03-489f-b6a6-4d59f3c4b78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41"/>
    <p:restoredTop sz="94712"/>
  </p:normalViewPr>
  <p:slideViewPr>
    <p:cSldViewPr snapToGrid="0">
      <p:cViewPr varScale="1">
        <p:scale>
          <a:sx n="63" d="100"/>
          <a:sy n="63" d="100"/>
        </p:scale>
        <p:origin x="102"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font" Target="fonts/font11.fntdata"/><Relationship Id="rId39" Type="http://schemas.microsoft.com/office/2018/10/relationships/authors" Target="authors.xml"/><Relationship Id="rId21" Type="http://schemas.openxmlformats.org/officeDocument/2006/relationships/font" Target="fonts/font6.fntdata"/><Relationship Id="rId34" Type="http://schemas.openxmlformats.org/officeDocument/2006/relationships/font" Target="fonts/font19.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936C3B-A5F1-944F-9FF7-A71921CBCDEE}" type="datetimeFigureOut">
              <a:rPr lang="en-BG" smtClean="0"/>
              <a:t>07/16/2026</a:t>
            </a:fld>
            <a:endParaRPr lang="en-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FBC22F-6F48-444C-855E-91F85EE5F2EC}" type="slidenum">
              <a:rPr lang="en-BG" smtClean="0"/>
              <a:t>‹#›</a:t>
            </a:fld>
            <a:endParaRPr lang="en-BG"/>
          </a:p>
        </p:txBody>
      </p:sp>
    </p:spTree>
    <p:extLst>
      <p:ext uri="{BB962C8B-B14F-4D97-AF65-F5344CB8AC3E}">
        <p14:creationId xmlns:p14="http://schemas.microsoft.com/office/powerpoint/2010/main" val="1010051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jpe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7.jpe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8.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11.png"/></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Master" Target="../slideMasters/slideMaster1.xml"/><Relationship Id="rId4" Type="http://schemas.openxmlformats.org/officeDocument/2006/relationships/image" Target="../media/image23.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7.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8.jpeg"/><Relationship Id="rId1" Type="http://schemas.openxmlformats.org/officeDocument/2006/relationships/slideMaster" Target="../slideMasters/slideMaster1.xml"/><Relationship Id="rId4" Type="http://schemas.openxmlformats.org/officeDocument/2006/relationships/image" Target="../media/image2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Master" Target="../slideMasters/slideMaster1.xml"/><Relationship Id="rId4" Type="http://schemas.openxmlformats.org/officeDocument/2006/relationships/image" Target="../media/image31.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Master" Target="../slideMasters/slideMaster1.xml"/><Relationship Id="rId4" Type="http://schemas.openxmlformats.org/officeDocument/2006/relationships/image" Target="../media/image34.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5.jpeg"/><Relationship Id="rId1" Type="http://schemas.openxmlformats.org/officeDocument/2006/relationships/slideMaster" Target="../slideMasters/slideMaster1.xml"/><Relationship Id="rId4" Type="http://schemas.openxmlformats.org/officeDocument/2006/relationships/image" Target="../media/image23.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6.jpeg"/><Relationship Id="rId1" Type="http://schemas.openxmlformats.org/officeDocument/2006/relationships/slideMaster" Target="../slideMasters/slideMaster1.xml"/><Relationship Id="rId4" Type="http://schemas.openxmlformats.org/officeDocument/2006/relationships/image" Target="../media/image23.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95" descr="preencoded.png">
            <a:extLst>
              <a:ext uri="{FF2B5EF4-FFF2-40B4-BE49-F238E27FC236}">
                <a16:creationId xmlns:a16="http://schemas.microsoft.com/office/drawing/2014/main" id="{DD835F58-F179-65E3-B8E0-D90405A57579}"/>
              </a:ext>
            </a:extLst>
          </p:cNvPr>
          <p:cNvPicPr/>
          <p:nvPr userDrawn="1"/>
        </p:nvPicPr>
        <p:blipFill>
          <a:blip r:embed="rId2"/>
          <a:srcRect/>
          <a:stretch/>
        </p:blipFill>
        <p:spPr>
          <a:xfrm>
            <a:off x="0" y="0"/>
            <a:ext cx="18288000" cy="10287000"/>
          </a:xfrm>
          <a:prstGeom prst="rect">
            <a:avLst/>
          </a:prstGeom>
        </p:spPr>
      </p:pic>
      <p:pic>
        <p:nvPicPr>
          <p:cNvPr id="8" name="Group 1" descr="preencoded.png">
            <a:extLst>
              <a:ext uri="{FF2B5EF4-FFF2-40B4-BE49-F238E27FC236}">
                <a16:creationId xmlns:a16="http://schemas.microsoft.com/office/drawing/2014/main" id="{D372437E-020A-4BD1-E25C-75FA42323374}"/>
              </a:ext>
            </a:extLst>
          </p:cNvPr>
          <p:cNvPicPr/>
          <p:nvPr userDrawn="1"/>
        </p:nvPicPr>
        <p:blipFill>
          <a:blip r:embed="rId3" cstate="email">
            <a:extLst>
              <a:ext uri="{28A0092B-C50C-407E-A947-70E740481C1C}">
                <a14:useLocalDpi xmlns:a14="http://schemas.microsoft.com/office/drawing/2010/main"/>
              </a:ext>
            </a:extLst>
          </a:blip>
          <a:srcRect/>
          <a:stretch/>
        </p:blipFill>
        <p:spPr>
          <a:xfrm>
            <a:off x="7715248" y="0"/>
            <a:ext cx="10572752" cy="10287000"/>
          </a:xfrm>
          <a:prstGeom prst="rect">
            <a:avLst/>
          </a:prstGeom>
        </p:spPr>
      </p:pic>
      <p:pic>
        <p:nvPicPr>
          <p:cNvPr id="9" name="Original_LOGO_black" descr="preencoded.png">
            <a:extLst>
              <a:ext uri="{FF2B5EF4-FFF2-40B4-BE49-F238E27FC236}">
                <a16:creationId xmlns:a16="http://schemas.microsoft.com/office/drawing/2014/main" id="{98722DD9-880B-F357-F603-753741D517AC}"/>
              </a:ext>
            </a:extLst>
          </p:cNvPr>
          <p:cNvPicPr/>
          <p:nvPr userDrawn="1"/>
        </p:nvPicPr>
        <p:blipFill>
          <a:blip r:embed="rId4" cstate="email">
            <a:extLst>
              <a:ext uri="{28A0092B-C50C-407E-A947-70E740481C1C}">
                <a14:useLocalDpi xmlns:a14="http://schemas.microsoft.com/office/drawing/2010/main"/>
              </a:ext>
            </a:extLst>
          </a:blip>
          <a:srcRect/>
          <a:stretch/>
        </p:blipFill>
        <p:spPr>
          <a:xfrm>
            <a:off x="571500" y="1003299"/>
            <a:ext cx="4476750" cy="828675"/>
          </a:xfrm>
          <a:prstGeom prst="rect">
            <a:avLst/>
          </a:prstGeom>
        </p:spPr>
      </p:pic>
      <p:sp>
        <p:nvSpPr>
          <p:cNvPr id="11" name="TextBox 10">
            <a:extLst>
              <a:ext uri="{FF2B5EF4-FFF2-40B4-BE49-F238E27FC236}">
                <a16:creationId xmlns:a16="http://schemas.microsoft.com/office/drawing/2014/main" id="{1B5001B8-2F3B-9DE2-2703-93E30F82CE4A}"/>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F23959DD-865F-623C-1CB4-1B31C1CE6EB4}"/>
              </a:ext>
            </a:extLst>
          </p:cNvPr>
          <p:cNvSpPr>
            <a:spLocks noGrp="1"/>
          </p:cNvSpPr>
          <p:nvPr>
            <p:ph type="ctrTitle"/>
          </p:nvPr>
        </p:nvSpPr>
        <p:spPr>
          <a:xfrm>
            <a:off x="433958" y="5849060"/>
            <a:ext cx="13665499" cy="3491429"/>
          </a:xfrm>
        </p:spPr>
        <p:txBody>
          <a:bodyPr anchor="ctr" anchorCtr="0"/>
          <a:lstStyle>
            <a:lvl1pPr algn="l">
              <a:lnSpc>
                <a:spcPct val="80000"/>
              </a:lnSpc>
              <a:defRPr sz="12000" b="0" i="0">
                <a:solidFill>
                  <a:schemeClr val="bg1"/>
                </a:solidFill>
                <a:latin typeface="All Round Gothic Medium" panose="020B0603020202020104" pitchFamily="34" charset="77"/>
              </a:defRPr>
            </a:lvl1pPr>
          </a:lstStyle>
          <a:p>
            <a:r>
              <a:rPr lang="en-US" dirty="0"/>
              <a:t>Click to edit Master title style</a:t>
            </a:r>
          </a:p>
        </p:txBody>
      </p:sp>
      <p:sp>
        <p:nvSpPr>
          <p:cNvPr id="6" name="Subtitle 2">
            <a:extLst>
              <a:ext uri="{FF2B5EF4-FFF2-40B4-BE49-F238E27FC236}">
                <a16:creationId xmlns:a16="http://schemas.microsoft.com/office/drawing/2014/main" id="{CA297AA0-16F7-B41E-40BC-E5C3EDFC70FE}"/>
              </a:ext>
            </a:extLst>
          </p:cNvPr>
          <p:cNvSpPr>
            <a:spLocks noGrp="1"/>
          </p:cNvSpPr>
          <p:nvPr>
            <p:ph type="subTitle" idx="1" hasCustomPrompt="1"/>
          </p:nvPr>
        </p:nvSpPr>
        <p:spPr>
          <a:xfrm>
            <a:off x="571500" y="4741537"/>
            <a:ext cx="6836229" cy="692475"/>
          </a:xfrm>
        </p:spPr>
        <p:txBody>
          <a:bodyPr/>
          <a:lstStyle>
            <a:lvl1pPr marL="0" indent="0" algn="l">
              <a:buNone/>
              <a:defRPr sz="2800" b="0" i="0">
                <a:solidFill>
                  <a:schemeClr val="bg1"/>
                </a:solidFill>
                <a:latin typeface="Overused Grotesk"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dirty="0"/>
              <a:t>CLICK TO EDIT MASTER SUBTITLE STYLE</a:t>
            </a:r>
          </a:p>
        </p:txBody>
      </p:sp>
      <p:sp>
        <p:nvSpPr>
          <p:cNvPr id="10" name="Text Placeholder 8">
            <a:extLst>
              <a:ext uri="{FF2B5EF4-FFF2-40B4-BE49-F238E27FC236}">
                <a16:creationId xmlns:a16="http://schemas.microsoft.com/office/drawing/2014/main" id="{1633F9F0-C4FE-B7AE-5628-1CD85D46F564}"/>
              </a:ext>
            </a:extLst>
          </p:cNvPr>
          <p:cNvSpPr>
            <a:spLocks noGrp="1"/>
          </p:cNvSpPr>
          <p:nvPr>
            <p:ph type="body" sz="quarter" idx="11" hasCustomPrompt="1"/>
          </p:nvPr>
        </p:nvSpPr>
        <p:spPr>
          <a:xfrm>
            <a:off x="15005359" y="1024898"/>
            <a:ext cx="2800350" cy="300000"/>
          </a:xfrm>
        </p:spPr>
        <p:txBody>
          <a:bodyPr>
            <a:normAutofit/>
          </a:bodyPr>
          <a:lstStyle>
            <a:lvl1pPr algn="r">
              <a:defRPr sz="1600">
                <a:solidFill>
                  <a:schemeClr val="bg1"/>
                </a:solidFill>
              </a:defRPr>
            </a:lvl1pPr>
            <a:lvl2pPr algn="r">
              <a:defRPr/>
            </a:lvl2pPr>
            <a:lvl3pPr algn="r">
              <a:defRPr/>
            </a:lvl3pPr>
            <a:lvl4pPr algn="r">
              <a:defRPr/>
            </a:lvl4pPr>
            <a:lvl5pPr algn="r">
              <a:defRPr/>
            </a:lvl5pPr>
          </a:lstStyle>
          <a:p>
            <a:pPr lvl="0"/>
            <a:r>
              <a:rPr lang="en-BG" dirty="0"/>
              <a:t>April 29, 2025</a:t>
            </a:r>
          </a:p>
        </p:txBody>
      </p: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Tree>
    <p:extLst>
      <p:ext uri="{BB962C8B-B14F-4D97-AF65-F5344CB8AC3E}">
        <p14:creationId xmlns:p14="http://schemas.microsoft.com/office/powerpoint/2010/main" val="2625364731"/>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 name="Group 1" descr="preencoded.png">
            <a:extLst>
              <a:ext uri="{FF2B5EF4-FFF2-40B4-BE49-F238E27FC236}">
                <a16:creationId xmlns:a16="http://schemas.microsoft.com/office/drawing/2014/main" id="{D62B3A6D-D9F4-61AC-D263-381000D4AC54}"/>
              </a:ext>
            </a:extLst>
          </p:cNvPr>
          <p:cNvPicPr/>
          <p:nvPr userDrawn="1"/>
        </p:nvPicPr>
        <p:blipFill>
          <a:blip r:embed="rId2" cstate="email">
            <a:alphaModFix amt="70000"/>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7715248" y="0"/>
            <a:ext cx="10572752" cy="10287000"/>
          </a:xfrm>
          <a:prstGeom prst="rect">
            <a:avLst/>
          </a:prstGeom>
        </p:spPr>
      </p:pic>
      <p:pic>
        <p:nvPicPr>
          <p:cNvPr id="3" name="Picture 2">
            <a:extLst>
              <a:ext uri="{FF2B5EF4-FFF2-40B4-BE49-F238E27FC236}">
                <a16:creationId xmlns:a16="http://schemas.microsoft.com/office/drawing/2014/main" id="{0D624246-42A2-68DE-0C0C-9A411F3BCE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1500" y="992999"/>
            <a:ext cx="4476750" cy="830077"/>
          </a:xfrm>
          <a:prstGeom prst="rect">
            <a:avLst/>
          </a:prstGeom>
        </p:spPr>
      </p:pic>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F23959DD-865F-623C-1CB4-1B31C1CE6EB4}"/>
              </a:ext>
            </a:extLst>
          </p:cNvPr>
          <p:cNvSpPr>
            <a:spLocks noGrp="1"/>
          </p:cNvSpPr>
          <p:nvPr>
            <p:ph type="ctrTitle"/>
          </p:nvPr>
        </p:nvSpPr>
        <p:spPr>
          <a:xfrm>
            <a:off x="433958" y="5849060"/>
            <a:ext cx="13665499" cy="3491429"/>
          </a:xfrm>
        </p:spPr>
        <p:txBody>
          <a:bodyPr anchor="ctr" anchorCtr="0"/>
          <a:lstStyle>
            <a:lvl1pPr algn="l">
              <a:lnSpc>
                <a:spcPct val="80000"/>
              </a:lnSpc>
              <a:defRPr sz="12000" b="0" i="0">
                <a:solidFill>
                  <a:schemeClr val="accent1"/>
                </a:solidFill>
                <a:latin typeface="All Round Gothic Medium" panose="020B0603020202020104" pitchFamily="34" charset="77"/>
              </a:defRPr>
            </a:lvl1pPr>
          </a:lstStyle>
          <a:p>
            <a:r>
              <a:rPr lang="en-US" dirty="0"/>
              <a:t>Click to edit Master title style</a:t>
            </a:r>
          </a:p>
        </p:txBody>
      </p:sp>
      <p:sp>
        <p:nvSpPr>
          <p:cNvPr id="6" name="Subtitle 2">
            <a:extLst>
              <a:ext uri="{FF2B5EF4-FFF2-40B4-BE49-F238E27FC236}">
                <a16:creationId xmlns:a16="http://schemas.microsoft.com/office/drawing/2014/main" id="{CA297AA0-16F7-B41E-40BC-E5C3EDFC70FE}"/>
              </a:ext>
            </a:extLst>
          </p:cNvPr>
          <p:cNvSpPr>
            <a:spLocks noGrp="1"/>
          </p:cNvSpPr>
          <p:nvPr>
            <p:ph type="subTitle" idx="1" hasCustomPrompt="1"/>
          </p:nvPr>
        </p:nvSpPr>
        <p:spPr>
          <a:xfrm>
            <a:off x="571500" y="4741537"/>
            <a:ext cx="6836229" cy="692475"/>
          </a:xfrm>
        </p:spPr>
        <p:txBody>
          <a:bodyPr/>
          <a:lstStyle>
            <a:lvl1pPr marL="0" indent="0" algn="l">
              <a:buNone/>
              <a:defRPr sz="2800" b="0" i="0">
                <a:solidFill>
                  <a:schemeClr val="accent1"/>
                </a:solidFill>
                <a:latin typeface="Overused Grotesk"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dirty="0"/>
              <a:t>CLICK TO EDIT MASTER SUBTITLE STYLE</a:t>
            </a:r>
          </a:p>
        </p:txBody>
      </p:sp>
      <p:sp>
        <p:nvSpPr>
          <p:cNvPr id="10" name="Text Placeholder 8">
            <a:extLst>
              <a:ext uri="{FF2B5EF4-FFF2-40B4-BE49-F238E27FC236}">
                <a16:creationId xmlns:a16="http://schemas.microsoft.com/office/drawing/2014/main" id="{1633F9F0-C4FE-B7AE-5628-1CD85D46F564}"/>
              </a:ext>
            </a:extLst>
          </p:cNvPr>
          <p:cNvSpPr>
            <a:spLocks noGrp="1"/>
          </p:cNvSpPr>
          <p:nvPr>
            <p:ph type="body" sz="quarter" idx="11" hasCustomPrompt="1"/>
          </p:nvPr>
        </p:nvSpPr>
        <p:spPr>
          <a:xfrm>
            <a:off x="15005359" y="1024898"/>
            <a:ext cx="2800350" cy="300000"/>
          </a:xfrm>
        </p:spPr>
        <p:txBody>
          <a:bodyPr>
            <a:normAutofit/>
          </a:bodyPr>
          <a:lstStyle>
            <a:lvl1pPr algn="r">
              <a:defRPr sz="1600"/>
            </a:lvl1pPr>
            <a:lvl2pPr algn="r">
              <a:defRPr/>
            </a:lvl2pPr>
            <a:lvl3pPr algn="r">
              <a:defRPr/>
            </a:lvl3pPr>
            <a:lvl4pPr algn="r">
              <a:defRPr/>
            </a:lvl4pPr>
            <a:lvl5pPr algn="r">
              <a:defRPr/>
            </a:lvl5pPr>
          </a:lstStyle>
          <a:p>
            <a:pPr lvl="0"/>
            <a:r>
              <a:rPr lang="en-BG" dirty="0"/>
              <a:t>April 29, 2025</a:t>
            </a:r>
          </a:p>
        </p:txBody>
      </p:sp>
    </p:spTree>
    <p:extLst>
      <p:ext uri="{BB962C8B-B14F-4D97-AF65-F5344CB8AC3E}">
        <p14:creationId xmlns:p14="http://schemas.microsoft.com/office/powerpoint/2010/main" val="3318710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7" name="95" descr="preencoded.png">
            <a:extLst>
              <a:ext uri="{FF2B5EF4-FFF2-40B4-BE49-F238E27FC236}">
                <a16:creationId xmlns:a16="http://schemas.microsoft.com/office/drawing/2014/main" id="{DD835F58-F179-65E3-B8E0-D90405A57579}"/>
              </a:ext>
            </a:extLst>
          </p:cNvPr>
          <p:cNvPicPr/>
          <p:nvPr userDrawn="1"/>
        </p:nvPicPr>
        <p:blipFill>
          <a:blip r:embed="rId2"/>
          <a:srcRect/>
          <a:stretch/>
        </p:blipFill>
        <p:spPr>
          <a:xfrm>
            <a:off x="0" y="0"/>
            <a:ext cx="18288000" cy="10287000"/>
          </a:xfrm>
          <a:prstGeom prst="rect">
            <a:avLst/>
          </a:prstGeom>
        </p:spPr>
      </p:pic>
      <p:pic>
        <p:nvPicPr>
          <p:cNvPr id="9" name="Original_LOGO_black" descr="preencoded.png">
            <a:extLst>
              <a:ext uri="{FF2B5EF4-FFF2-40B4-BE49-F238E27FC236}">
                <a16:creationId xmlns:a16="http://schemas.microsoft.com/office/drawing/2014/main" id="{98722DD9-880B-F357-F603-753741D517AC}"/>
              </a:ext>
            </a:extLst>
          </p:cNvPr>
          <p:cNvPicPr/>
          <p:nvPr userDrawn="1"/>
        </p:nvPicPr>
        <p:blipFill>
          <a:blip r:embed="rId3" cstate="email">
            <a:extLst>
              <a:ext uri="{28A0092B-C50C-407E-A947-70E740481C1C}">
                <a14:useLocalDpi xmlns:a14="http://schemas.microsoft.com/office/drawing/2010/main"/>
              </a:ext>
            </a:extLst>
          </a:blip>
          <a:srcRect/>
          <a:stretch/>
        </p:blipFill>
        <p:spPr>
          <a:xfrm>
            <a:off x="571500" y="1003299"/>
            <a:ext cx="4476750" cy="828675"/>
          </a:xfrm>
          <a:prstGeom prst="rect">
            <a:avLst/>
          </a:prstGeom>
        </p:spPr>
      </p:pic>
      <p:sp>
        <p:nvSpPr>
          <p:cNvPr id="11" name="TextBox 10">
            <a:extLst>
              <a:ext uri="{FF2B5EF4-FFF2-40B4-BE49-F238E27FC236}">
                <a16:creationId xmlns:a16="http://schemas.microsoft.com/office/drawing/2014/main" id="{1B5001B8-2F3B-9DE2-2703-93E30F82CE4A}"/>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 Placeholder 8">
            <a:extLst>
              <a:ext uri="{FF2B5EF4-FFF2-40B4-BE49-F238E27FC236}">
                <a16:creationId xmlns:a16="http://schemas.microsoft.com/office/drawing/2014/main" id="{1633F9F0-C4FE-B7AE-5628-1CD85D46F564}"/>
              </a:ext>
            </a:extLst>
          </p:cNvPr>
          <p:cNvSpPr>
            <a:spLocks noGrp="1"/>
          </p:cNvSpPr>
          <p:nvPr>
            <p:ph type="body" sz="quarter" idx="11" hasCustomPrompt="1"/>
          </p:nvPr>
        </p:nvSpPr>
        <p:spPr>
          <a:xfrm>
            <a:off x="15005359" y="1024898"/>
            <a:ext cx="2800350" cy="300000"/>
          </a:xfrm>
        </p:spPr>
        <p:txBody>
          <a:bodyPr>
            <a:normAutofit/>
          </a:bodyPr>
          <a:lstStyle>
            <a:lvl1pPr algn="r">
              <a:defRPr sz="1600">
                <a:solidFill>
                  <a:schemeClr val="bg1"/>
                </a:solidFill>
              </a:defRPr>
            </a:lvl1pPr>
            <a:lvl2pPr algn="r">
              <a:defRPr/>
            </a:lvl2pPr>
            <a:lvl3pPr algn="r">
              <a:defRPr/>
            </a:lvl3pPr>
            <a:lvl4pPr algn="r">
              <a:defRPr/>
            </a:lvl4pPr>
            <a:lvl5pPr algn="r">
              <a:defRPr/>
            </a:lvl5pPr>
          </a:lstStyle>
          <a:p>
            <a:pPr lvl="0"/>
            <a:r>
              <a:rPr lang="en-BG" dirty="0"/>
              <a:t>April 29, 2025</a:t>
            </a:r>
          </a:p>
        </p:txBody>
      </p: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pic>
        <p:nvPicPr>
          <p:cNvPr id="2" name="Picture 1" descr="A blue glass knot with black background&#10;&#10;AI-generated content may be incorrect.">
            <a:extLst>
              <a:ext uri="{FF2B5EF4-FFF2-40B4-BE49-F238E27FC236}">
                <a16:creationId xmlns:a16="http://schemas.microsoft.com/office/drawing/2014/main" id="{1EE33D4C-99FC-DD2B-8777-7DAF8C57AD08}"/>
              </a:ext>
            </a:extLst>
          </p:cNvPr>
          <p:cNvPicPr/>
          <p:nvPr userDrawn="1"/>
        </p:nvPicPr>
        <p:blipFill>
          <a:blip r:embed="rId4" cstate="email">
            <a:extLst>
              <a:ext uri="{28A0092B-C50C-407E-A947-70E740481C1C}">
                <a14:useLocalDpi xmlns:a14="http://schemas.microsoft.com/office/drawing/2010/main"/>
              </a:ext>
            </a:extLst>
          </a:blip>
          <a:srcRect t="-10133" b="-1"/>
          <a:stretch/>
        </p:blipFill>
        <p:spPr>
          <a:xfrm>
            <a:off x="11927840" y="0"/>
            <a:ext cx="6360160" cy="10287000"/>
          </a:xfrm>
          <a:prstGeom prst="rect">
            <a:avLst/>
          </a:prstGeom>
        </p:spPr>
      </p:pic>
      <p:sp>
        <p:nvSpPr>
          <p:cNvPr id="13" name="Title 1">
            <a:extLst>
              <a:ext uri="{FF2B5EF4-FFF2-40B4-BE49-F238E27FC236}">
                <a16:creationId xmlns:a16="http://schemas.microsoft.com/office/drawing/2014/main" id="{181C5523-4736-F865-E202-6BDDA7B27CC3}"/>
              </a:ext>
            </a:extLst>
          </p:cNvPr>
          <p:cNvSpPr>
            <a:spLocks noGrp="1"/>
          </p:cNvSpPr>
          <p:nvPr>
            <p:ph type="ctrTitle"/>
          </p:nvPr>
        </p:nvSpPr>
        <p:spPr>
          <a:xfrm>
            <a:off x="433959" y="5361380"/>
            <a:ext cx="12083161" cy="3491429"/>
          </a:xfrm>
        </p:spPr>
        <p:txBody>
          <a:bodyPr anchor="ctr" anchorCtr="0">
            <a:normAutofit/>
          </a:bodyPr>
          <a:lstStyle>
            <a:lvl1pPr algn="l">
              <a:lnSpc>
                <a:spcPct val="80000"/>
              </a:lnSpc>
              <a:defRPr sz="11500" b="0" i="0">
                <a:solidFill>
                  <a:schemeClr val="bg1"/>
                </a:solidFill>
                <a:latin typeface="All Round Gothic Medium" panose="020B0603020202020104" pitchFamily="34" charset="77"/>
              </a:defRPr>
            </a:lvl1pPr>
          </a:lstStyle>
          <a:p>
            <a:r>
              <a:rPr lang="en-US" dirty="0"/>
              <a:t>Click to edit Master title style</a:t>
            </a:r>
          </a:p>
        </p:txBody>
      </p:sp>
      <p:sp>
        <p:nvSpPr>
          <p:cNvPr id="14" name="Subtitle 2">
            <a:extLst>
              <a:ext uri="{FF2B5EF4-FFF2-40B4-BE49-F238E27FC236}">
                <a16:creationId xmlns:a16="http://schemas.microsoft.com/office/drawing/2014/main" id="{307E62FD-DA4C-4F6E-50BB-2738C7CB04F1}"/>
              </a:ext>
            </a:extLst>
          </p:cNvPr>
          <p:cNvSpPr>
            <a:spLocks noGrp="1"/>
          </p:cNvSpPr>
          <p:nvPr>
            <p:ph type="subTitle" idx="1" hasCustomPrompt="1"/>
          </p:nvPr>
        </p:nvSpPr>
        <p:spPr>
          <a:xfrm>
            <a:off x="571500" y="4100280"/>
            <a:ext cx="6836229" cy="692475"/>
          </a:xfrm>
        </p:spPr>
        <p:txBody>
          <a:bodyPr/>
          <a:lstStyle>
            <a:lvl1pPr marL="0" indent="0" algn="l">
              <a:buNone/>
              <a:defRPr sz="2800" b="0" i="0">
                <a:solidFill>
                  <a:schemeClr val="bg1"/>
                </a:solidFill>
                <a:latin typeface="Overused Grotesk"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dirty="0"/>
              <a:t>CLICK TO EDIT MASTER SUBTITLE STYLE</a:t>
            </a:r>
          </a:p>
        </p:txBody>
      </p:sp>
      <p:sp>
        <p:nvSpPr>
          <p:cNvPr id="16" name="Slide Number Placeholder 5">
            <a:extLst>
              <a:ext uri="{FF2B5EF4-FFF2-40B4-BE49-F238E27FC236}">
                <a16:creationId xmlns:a16="http://schemas.microsoft.com/office/drawing/2014/main" id="{A0B86B79-47A2-294F-E632-DCF42012AA2A}"/>
              </a:ext>
            </a:extLst>
          </p:cNvPr>
          <p:cNvSpPr txBox="1">
            <a:spLocks/>
          </p:cNvSpPr>
          <p:nvPr userDrawn="1"/>
        </p:nvSpPr>
        <p:spPr>
          <a:xfrm>
            <a:off x="16842443" y="9731458"/>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Tree>
    <p:extLst>
      <p:ext uri="{BB962C8B-B14F-4D97-AF65-F5344CB8AC3E}">
        <p14:creationId xmlns:p14="http://schemas.microsoft.com/office/powerpoint/2010/main" val="2109113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7" name="Picture 6" descr="A blue glass knot with black background&#10;&#10;AI-generated content may be incorrect.">
            <a:extLst>
              <a:ext uri="{FF2B5EF4-FFF2-40B4-BE49-F238E27FC236}">
                <a16:creationId xmlns:a16="http://schemas.microsoft.com/office/drawing/2014/main" id="{5F1A1483-DCEC-BFCE-D9B4-2B51735AB218}"/>
              </a:ext>
            </a:extLst>
          </p:cNvPr>
          <p:cNvPicPr/>
          <p:nvPr userDrawn="1"/>
        </p:nvPicPr>
        <p:blipFill>
          <a:blip r:embed="rId2" cstate="email">
            <a:extLst>
              <a:ext uri="{28A0092B-C50C-407E-A947-70E740481C1C}">
                <a14:useLocalDpi xmlns:a14="http://schemas.microsoft.com/office/drawing/2010/main"/>
              </a:ext>
            </a:extLst>
          </a:blip>
          <a:srcRect t="-10133" b="-1"/>
          <a:stretch/>
        </p:blipFill>
        <p:spPr>
          <a:xfrm>
            <a:off x="11927840" y="0"/>
            <a:ext cx="6360160" cy="10287000"/>
          </a:xfrm>
          <a:prstGeom prst="rect">
            <a:avLst/>
          </a:prstGeom>
        </p:spPr>
      </p:pic>
      <p:pic>
        <p:nvPicPr>
          <p:cNvPr id="3" name="Picture 2">
            <a:extLst>
              <a:ext uri="{FF2B5EF4-FFF2-40B4-BE49-F238E27FC236}">
                <a16:creationId xmlns:a16="http://schemas.microsoft.com/office/drawing/2014/main" id="{0D624246-42A2-68DE-0C0C-9A411F3BCE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1500" y="992999"/>
            <a:ext cx="4476750" cy="830077"/>
          </a:xfrm>
          <a:prstGeom prst="rect">
            <a:avLst/>
          </a:prstGeom>
        </p:spPr>
      </p:pic>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F23959DD-865F-623C-1CB4-1B31C1CE6EB4}"/>
              </a:ext>
            </a:extLst>
          </p:cNvPr>
          <p:cNvSpPr>
            <a:spLocks noGrp="1"/>
          </p:cNvSpPr>
          <p:nvPr>
            <p:ph type="ctrTitle"/>
          </p:nvPr>
        </p:nvSpPr>
        <p:spPr>
          <a:xfrm>
            <a:off x="433959" y="5361380"/>
            <a:ext cx="12083161" cy="3491429"/>
          </a:xfrm>
        </p:spPr>
        <p:txBody>
          <a:bodyPr anchor="ctr" anchorCtr="0">
            <a:normAutofit/>
          </a:bodyPr>
          <a:lstStyle>
            <a:lvl1pPr algn="l">
              <a:lnSpc>
                <a:spcPct val="80000"/>
              </a:lnSpc>
              <a:defRPr sz="11500" b="0" i="0">
                <a:solidFill>
                  <a:schemeClr val="accent1"/>
                </a:solidFill>
                <a:latin typeface="All Round Gothic Medium" panose="020B0603020202020104" pitchFamily="34" charset="77"/>
              </a:defRPr>
            </a:lvl1pPr>
          </a:lstStyle>
          <a:p>
            <a:r>
              <a:rPr lang="en-US" dirty="0"/>
              <a:t>Click to edit Master title style</a:t>
            </a:r>
          </a:p>
        </p:txBody>
      </p:sp>
      <p:sp>
        <p:nvSpPr>
          <p:cNvPr id="6" name="Subtitle 2">
            <a:extLst>
              <a:ext uri="{FF2B5EF4-FFF2-40B4-BE49-F238E27FC236}">
                <a16:creationId xmlns:a16="http://schemas.microsoft.com/office/drawing/2014/main" id="{CA297AA0-16F7-B41E-40BC-E5C3EDFC70FE}"/>
              </a:ext>
            </a:extLst>
          </p:cNvPr>
          <p:cNvSpPr>
            <a:spLocks noGrp="1"/>
          </p:cNvSpPr>
          <p:nvPr>
            <p:ph type="subTitle" idx="1" hasCustomPrompt="1"/>
          </p:nvPr>
        </p:nvSpPr>
        <p:spPr>
          <a:xfrm>
            <a:off x="571500" y="4100280"/>
            <a:ext cx="6836229" cy="692475"/>
          </a:xfrm>
        </p:spPr>
        <p:txBody>
          <a:bodyPr/>
          <a:lstStyle>
            <a:lvl1pPr marL="0" indent="0" algn="l">
              <a:buNone/>
              <a:defRPr sz="2800" b="0" i="0">
                <a:solidFill>
                  <a:schemeClr val="accent1"/>
                </a:solidFill>
                <a:latin typeface="Overused Grotesk"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dirty="0"/>
              <a:t>CLICK TO EDIT MASTER SUBTITLE STYLE</a:t>
            </a:r>
          </a:p>
        </p:txBody>
      </p:sp>
      <p:sp>
        <p:nvSpPr>
          <p:cNvPr id="10" name="Text Placeholder 8">
            <a:extLst>
              <a:ext uri="{FF2B5EF4-FFF2-40B4-BE49-F238E27FC236}">
                <a16:creationId xmlns:a16="http://schemas.microsoft.com/office/drawing/2014/main" id="{1633F9F0-C4FE-B7AE-5628-1CD85D46F564}"/>
              </a:ext>
            </a:extLst>
          </p:cNvPr>
          <p:cNvSpPr>
            <a:spLocks noGrp="1"/>
          </p:cNvSpPr>
          <p:nvPr>
            <p:ph type="body" sz="quarter" idx="11" hasCustomPrompt="1"/>
          </p:nvPr>
        </p:nvSpPr>
        <p:spPr>
          <a:xfrm>
            <a:off x="15005359" y="1024898"/>
            <a:ext cx="2800350" cy="300000"/>
          </a:xfrm>
        </p:spPr>
        <p:txBody>
          <a:bodyPr>
            <a:normAutofit/>
          </a:bodyPr>
          <a:lstStyle>
            <a:lvl1pPr algn="r">
              <a:defRPr sz="1600"/>
            </a:lvl1pPr>
            <a:lvl2pPr algn="r">
              <a:defRPr/>
            </a:lvl2pPr>
            <a:lvl3pPr algn="r">
              <a:defRPr/>
            </a:lvl3pPr>
            <a:lvl4pPr algn="r">
              <a:defRPr/>
            </a:lvl4pPr>
            <a:lvl5pPr algn="r">
              <a:defRPr/>
            </a:lvl5pPr>
          </a:lstStyle>
          <a:p>
            <a:pPr lvl="0"/>
            <a:r>
              <a:rPr lang="en-BG" dirty="0"/>
              <a:t>April 29, 2025</a:t>
            </a:r>
          </a:p>
        </p:txBody>
      </p:sp>
      <p:sp>
        <p:nvSpPr>
          <p:cNvPr id="8" name="Slide Number Placeholder 5">
            <a:extLst>
              <a:ext uri="{FF2B5EF4-FFF2-40B4-BE49-F238E27FC236}">
                <a16:creationId xmlns:a16="http://schemas.microsoft.com/office/drawing/2014/main" id="{7458F4DF-B0A6-CFB6-8F9F-9919CC2BA2C4}"/>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Tree>
    <p:extLst>
      <p:ext uri="{BB962C8B-B14F-4D97-AF65-F5344CB8AC3E}">
        <p14:creationId xmlns:p14="http://schemas.microsoft.com/office/powerpoint/2010/main" val="2090563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5D375F-A543-734E-FF9D-13478A0B98C9}"/>
              </a:ext>
            </a:extLst>
          </p:cNvPr>
          <p:cNvSpPr/>
          <p:nvPr userDrawn="1"/>
        </p:nvSpPr>
        <p:spPr>
          <a:xfrm>
            <a:off x="0" y="0"/>
            <a:ext cx="18288000" cy="102885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pic>
        <p:nvPicPr>
          <p:cNvPr id="5" name="19. Triangle.png" descr="preencoded.png">
            <a:extLst>
              <a:ext uri="{FF2B5EF4-FFF2-40B4-BE49-F238E27FC236}">
                <a16:creationId xmlns:a16="http://schemas.microsoft.com/office/drawing/2014/main" id="{06E40525-4224-B798-96D3-FD7995CFA232}"/>
              </a:ext>
            </a:extLst>
          </p:cNvPr>
          <p:cNvPicPr/>
          <p:nvPr userDrawn="1"/>
        </p:nvPicPr>
        <p:blipFill>
          <a:blip r:embed="rId2"/>
          <a:srcRect/>
          <a:stretch/>
        </p:blipFill>
        <p:spPr>
          <a:xfrm>
            <a:off x="0" y="0"/>
            <a:ext cx="18288000" cy="10287000"/>
          </a:xfrm>
          <a:prstGeom prst="rect">
            <a:avLst/>
          </a:prstGeom>
        </p:spPr>
      </p:pic>
      <p:pic>
        <p:nvPicPr>
          <p:cNvPr id="9" name="Original_LOGO_black" descr="preencoded.png">
            <a:extLst>
              <a:ext uri="{FF2B5EF4-FFF2-40B4-BE49-F238E27FC236}">
                <a16:creationId xmlns:a16="http://schemas.microsoft.com/office/drawing/2014/main" id="{98722DD9-880B-F357-F603-753741D517AC}"/>
              </a:ext>
            </a:extLst>
          </p:cNvPr>
          <p:cNvPicPr/>
          <p:nvPr userDrawn="1"/>
        </p:nvPicPr>
        <p:blipFill>
          <a:blip r:embed="rId3" cstate="email">
            <a:extLst>
              <a:ext uri="{28A0092B-C50C-407E-A947-70E740481C1C}">
                <a14:useLocalDpi xmlns:a14="http://schemas.microsoft.com/office/drawing/2010/main"/>
              </a:ext>
            </a:extLst>
          </a:blip>
          <a:srcRect/>
          <a:stretch/>
        </p:blipFill>
        <p:spPr>
          <a:xfrm>
            <a:off x="571500" y="1003299"/>
            <a:ext cx="4476750" cy="828675"/>
          </a:xfrm>
          <a:prstGeom prst="rect">
            <a:avLst/>
          </a:prstGeom>
        </p:spPr>
      </p:pic>
      <p:sp>
        <p:nvSpPr>
          <p:cNvPr id="11" name="TextBox 10">
            <a:extLst>
              <a:ext uri="{FF2B5EF4-FFF2-40B4-BE49-F238E27FC236}">
                <a16:creationId xmlns:a16="http://schemas.microsoft.com/office/drawing/2014/main" id="{1B5001B8-2F3B-9DE2-2703-93E30F82CE4A}"/>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 Placeholder 8">
            <a:extLst>
              <a:ext uri="{FF2B5EF4-FFF2-40B4-BE49-F238E27FC236}">
                <a16:creationId xmlns:a16="http://schemas.microsoft.com/office/drawing/2014/main" id="{1633F9F0-C4FE-B7AE-5628-1CD85D46F564}"/>
              </a:ext>
            </a:extLst>
          </p:cNvPr>
          <p:cNvSpPr>
            <a:spLocks noGrp="1"/>
          </p:cNvSpPr>
          <p:nvPr>
            <p:ph type="body" sz="quarter" idx="11" hasCustomPrompt="1"/>
          </p:nvPr>
        </p:nvSpPr>
        <p:spPr>
          <a:xfrm>
            <a:off x="15005359" y="1024898"/>
            <a:ext cx="2800350" cy="300000"/>
          </a:xfrm>
        </p:spPr>
        <p:txBody>
          <a:bodyPr>
            <a:normAutofit/>
          </a:bodyPr>
          <a:lstStyle>
            <a:lvl1pPr algn="r">
              <a:defRPr sz="1600">
                <a:solidFill>
                  <a:schemeClr val="bg1"/>
                </a:solidFill>
              </a:defRPr>
            </a:lvl1pPr>
            <a:lvl2pPr algn="r">
              <a:defRPr/>
            </a:lvl2pPr>
            <a:lvl3pPr algn="r">
              <a:defRPr/>
            </a:lvl3pPr>
            <a:lvl4pPr algn="r">
              <a:defRPr/>
            </a:lvl4pPr>
            <a:lvl5pPr algn="r">
              <a:defRPr/>
            </a:lvl5pPr>
          </a:lstStyle>
          <a:p>
            <a:pPr lvl="0"/>
            <a:r>
              <a:rPr lang="en-BG" dirty="0"/>
              <a:t>April 29, 2025</a:t>
            </a:r>
          </a:p>
        </p:txBody>
      </p: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13" name="Title 1">
            <a:extLst>
              <a:ext uri="{FF2B5EF4-FFF2-40B4-BE49-F238E27FC236}">
                <a16:creationId xmlns:a16="http://schemas.microsoft.com/office/drawing/2014/main" id="{181C5523-4736-F865-E202-6BDDA7B27CC3}"/>
              </a:ext>
            </a:extLst>
          </p:cNvPr>
          <p:cNvSpPr>
            <a:spLocks noGrp="1"/>
          </p:cNvSpPr>
          <p:nvPr>
            <p:ph type="ctrTitle"/>
          </p:nvPr>
        </p:nvSpPr>
        <p:spPr>
          <a:xfrm>
            <a:off x="433959" y="5361380"/>
            <a:ext cx="12083161" cy="3491429"/>
          </a:xfrm>
        </p:spPr>
        <p:txBody>
          <a:bodyPr anchor="ctr" anchorCtr="0">
            <a:normAutofit/>
          </a:bodyPr>
          <a:lstStyle>
            <a:lvl1pPr algn="l">
              <a:lnSpc>
                <a:spcPct val="80000"/>
              </a:lnSpc>
              <a:defRPr sz="11500" b="0" i="0">
                <a:solidFill>
                  <a:schemeClr val="bg1"/>
                </a:solidFill>
                <a:latin typeface="All Round Gothic Medium" panose="020B0603020202020104" pitchFamily="34" charset="77"/>
              </a:defRPr>
            </a:lvl1pPr>
          </a:lstStyle>
          <a:p>
            <a:r>
              <a:rPr lang="en-US" dirty="0"/>
              <a:t>Click to edit Master title style</a:t>
            </a:r>
          </a:p>
        </p:txBody>
      </p:sp>
      <p:sp>
        <p:nvSpPr>
          <p:cNvPr id="14" name="Subtitle 2">
            <a:extLst>
              <a:ext uri="{FF2B5EF4-FFF2-40B4-BE49-F238E27FC236}">
                <a16:creationId xmlns:a16="http://schemas.microsoft.com/office/drawing/2014/main" id="{307E62FD-DA4C-4F6E-50BB-2738C7CB04F1}"/>
              </a:ext>
            </a:extLst>
          </p:cNvPr>
          <p:cNvSpPr>
            <a:spLocks noGrp="1"/>
          </p:cNvSpPr>
          <p:nvPr>
            <p:ph type="subTitle" idx="1" hasCustomPrompt="1"/>
          </p:nvPr>
        </p:nvSpPr>
        <p:spPr>
          <a:xfrm>
            <a:off x="571500" y="4100280"/>
            <a:ext cx="6836229" cy="692475"/>
          </a:xfrm>
        </p:spPr>
        <p:txBody>
          <a:bodyPr/>
          <a:lstStyle>
            <a:lvl1pPr marL="0" indent="0" algn="l">
              <a:buNone/>
              <a:defRPr sz="2800" b="0" i="0">
                <a:solidFill>
                  <a:schemeClr val="bg1"/>
                </a:solidFill>
                <a:latin typeface="Overused Grotesk"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dirty="0"/>
              <a:t>CLICK TO EDIT MASTER SUBTITLE STYLE</a:t>
            </a:r>
          </a:p>
        </p:txBody>
      </p:sp>
    </p:spTree>
    <p:extLst>
      <p:ext uri="{BB962C8B-B14F-4D97-AF65-F5344CB8AC3E}">
        <p14:creationId xmlns:p14="http://schemas.microsoft.com/office/powerpoint/2010/main" val="1068091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pic>
        <p:nvPicPr>
          <p:cNvPr id="7" name="95" descr="preencoded.png">
            <a:extLst>
              <a:ext uri="{FF2B5EF4-FFF2-40B4-BE49-F238E27FC236}">
                <a16:creationId xmlns:a16="http://schemas.microsoft.com/office/drawing/2014/main" id="{DD835F58-F179-65E3-B8E0-D90405A57579}"/>
              </a:ext>
            </a:extLst>
          </p:cNvPr>
          <p:cNvPicPr/>
          <p:nvPr userDrawn="1"/>
        </p:nvPicPr>
        <p:blipFill>
          <a:blip r:embed="rId2"/>
          <a:srcRect/>
          <a:stretch/>
        </p:blipFill>
        <p:spPr>
          <a:xfrm>
            <a:off x="0" y="0"/>
            <a:ext cx="18288000" cy="10287000"/>
          </a:xfrm>
          <a:prstGeom prst="rect">
            <a:avLst/>
          </a:prstGeom>
        </p:spPr>
      </p:pic>
      <p:pic>
        <p:nvPicPr>
          <p:cNvPr id="9" name="Original_LOGO_black" descr="preencoded.png">
            <a:extLst>
              <a:ext uri="{FF2B5EF4-FFF2-40B4-BE49-F238E27FC236}">
                <a16:creationId xmlns:a16="http://schemas.microsoft.com/office/drawing/2014/main" id="{98722DD9-880B-F357-F603-753741D517AC}"/>
              </a:ext>
            </a:extLst>
          </p:cNvPr>
          <p:cNvPicPr/>
          <p:nvPr userDrawn="1"/>
        </p:nvPicPr>
        <p:blipFill>
          <a:blip r:embed="rId3" cstate="email">
            <a:extLst>
              <a:ext uri="{28A0092B-C50C-407E-A947-70E740481C1C}">
                <a14:useLocalDpi xmlns:a14="http://schemas.microsoft.com/office/drawing/2010/main"/>
              </a:ext>
            </a:extLst>
          </a:blip>
          <a:srcRect/>
          <a:stretch/>
        </p:blipFill>
        <p:spPr>
          <a:xfrm>
            <a:off x="571500" y="1003299"/>
            <a:ext cx="4476750" cy="828675"/>
          </a:xfrm>
          <a:prstGeom prst="rect">
            <a:avLst/>
          </a:prstGeom>
        </p:spPr>
      </p:pic>
      <p:sp>
        <p:nvSpPr>
          <p:cNvPr id="11" name="TextBox 10">
            <a:extLst>
              <a:ext uri="{FF2B5EF4-FFF2-40B4-BE49-F238E27FC236}">
                <a16:creationId xmlns:a16="http://schemas.microsoft.com/office/drawing/2014/main" id="{1B5001B8-2F3B-9DE2-2703-93E30F82CE4A}"/>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 Placeholder 8">
            <a:extLst>
              <a:ext uri="{FF2B5EF4-FFF2-40B4-BE49-F238E27FC236}">
                <a16:creationId xmlns:a16="http://schemas.microsoft.com/office/drawing/2014/main" id="{1633F9F0-C4FE-B7AE-5628-1CD85D46F564}"/>
              </a:ext>
            </a:extLst>
          </p:cNvPr>
          <p:cNvSpPr>
            <a:spLocks noGrp="1"/>
          </p:cNvSpPr>
          <p:nvPr>
            <p:ph type="body" sz="quarter" idx="11" hasCustomPrompt="1"/>
          </p:nvPr>
        </p:nvSpPr>
        <p:spPr>
          <a:xfrm>
            <a:off x="15005359" y="1024898"/>
            <a:ext cx="2800350" cy="300000"/>
          </a:xfrm>
        </p:spPr>
        <p:txBody>
          <a:bodyPr>
            <a:normAutofit/>
          </a:bodyPr>
          <a:lstStyle>
            <a:lvl1pPr algn="r">
              <a:defRPr sz="1600">
                <a:solidFill>
                  <a:schemeClr val="bg1"/>
                </a:solidFill>
              </a:defRPr>
            </a:lvl1pPr>
            <a:lvl2pPr algn="r">
              <a:defRPr/>
            </a:lvl2pPr>
            <a:lvl3pPr algn="r">
              <a:defRPr/>
            </a:lvl3pPr>
            <a:lvl4pPr algn="r">
              <a:defRPr/>
            </a:lvl4pPr>
            <a:lvl5pPr algn="r">
              <a:defRPr/>
            </a:lvl5pPr>
          </a:lstStyle>
          <a:p>
            <a:pPr lvl="0"/>
            <a:r>
              <a:rPr lang="en-BG" dirty="0"/>
              <a:t>April 29, 2025</a:t>
            </a:r>
          </a:p>
        </p:txBody>
      </p: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13" name="Title 1">
            <a:extLst>
              <a:ext uri="{FF2B5EF4-FFF2-40B4-BE49-F238E27FC236}">
                <a16:creationId xmlns:a16="http://schemas.microsoft.com/office/drawing/2014/main" id="{181C5523-4736-F865-E202-6BDDA7B27CC3}"/>
              </a:ext>
            </a:extLst>
          </p:cNvPr>
          <p:cNvSpPr>
            <a:spLocks noGrp="1"/>
          </p:cNvSpPr>
          <p:nvPr>
            <p:ph type="ctrTitle"/>
          </p:nvPr>
        </p:nvSpPr>
        <p:spPr>
          <a:xfrm>
            <a:off x="433960" y="5361380"/>
            <a:ext cx="10621967" cy="3491429"/>
          </a:xfrm>
        </p:spPr>
        <p:txBody>
          <a:bodyPr anchor="ctr" anchorCtr="0">
            <a:normAutofit/>
          </a:bodyPr>
          <a:lstStyle>
            <a:lvl1pPr algn="l">
              <a:lnSpc>
                <a:spcPct val="80000"/>
              </a:lnSpc>
              <a:defRPr sz="11500" b="0" i="0">
                <a:solidFill>
                  <a:schemeClr val="bg1"/>
                </a:solidFill>
                <a:latin typeface="All Round Gothic Medium" panose="020B0603020202020104" pitchFamily="34" charset="77"/>
              </a:defRPr>
            </a:lvl1pPr>
          </a:lstStyle>
          <a:p>
            <a:r>
              <a:rPr lang="en-US" dirty="0"/>
              <a:t>Click to edit Master title style</a:t>
            </a:r>
          </a:p>
        </p:txBody>
      </p:sp>
      <p:sp>
        <p:nvSpPr>
          <p:cNvPr id="14" name="Subtitle 2">
            <a:extLst>
              <a:ext uri="{FF2B5EF4-FFF2-40B4-BE49-F238E27FC236}">
                <a16:creationId xmlns:a16="http://schemas.microsoft.com/office/drawing/2014/main" id="{307E62FD-DA4C-4F6E-50BB-2738C7CB04F1}"/>
              </a:ext>
            </a:extLst>
          </p:cNvPr>
          <p:cNvSpPr>
            <a:spLocks noGrp="1"/>
          </p:cNvSpPr>
          <p:nvPr>
            <p:ph type="subTitle" idx="1" hasCustomPrompt="1"/>
          </p:nvPr>
        </p:nvSpPr>
        <p:spPr>
          <a:xfrm>
            <a:off x="571500" y="4100280"/>
            <a:ext cx="6836229" cy="692475"/>
          </a:xfrm>
        </p:spPr>
        <p:txBody>
          <a:bodyPr/>
          <a:lstStyle>
            <a:lvl1pPr marL="0" indent="0" algn="l">
              <a:buNone/>
              <a:defRPr sz="2800" b="0" i="0">
                <a:solidFill>
                  <a:schemeClr val="bg1"/>
                </a:solidFill>
                <a:latin typeface="Overused Grotesk"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dirty="0"/>
              <a:t>CLICK TO EDIT MASTER SUBTITLE STYLE</a:t>
            </a:r>
          </a:p>
        </p:txBody>
      </p:sp>
      <p:sp>
        <p:nvSpPr>
          <p:cNvPr id="3" name="Picture Placeholder 10">
            <a:extLst>
              <a:ext uri="{FF2B5EF4-FFF2-40B4-BE49-F238E27FC236}">
                <a16:creationId xmlns:a16="http://schemas.microsoft.com/office/drawing/2014/main" id="{0D03C1FB-AE78-F204-6033-7B1A882BFD03}"/>
              </a:ext>
            </a:extLst>
          </p:cNvPr>
          <p:cNvSpPr>
            <a:spLocks noGrp="1"/>
          </p:cNvSpPr>
          <p:nvPr>
            <p:ph type="pic" sz="quarter" idx="13"/>
          </p:nvPr>
        </p:nvSpPr>
        <p:spPr>
          <a:xfrm>
            <a:off x="11441113" y="1588"/>
            <a:ext cx="6846887" cy="10287000"/>
          </a:xfrm>
          <a:prstGeom prst="rect">
            <a:avLst/>
          </a:prstGeom>
          <a:solidFill>
            <a:schemeClr val="bg2"/>
          </a:solidFill>
        </p:spPr>
        <p:txBody>
          <a:bodyPr/>
          <a:lstStyle/>
          <a:p>
            <a:endParaRPr lang="en-BG"/>
          </a:p>
        </p:txBody>
      </p:sp>
    </p:spTree>
    <p:extLst>
      <p:ext uri="{BB962C8B-B14F-4D97-AF65-F5344CB8AC3E}">
        <p14:creationId xmlns:p14="http://schemas.microsoft.com/office/powerpoint/2010/main" val="1043672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pic>
        <p:nvPicPr>
          <p:cNvPr id="7" name="95" descr="preencoded.png">
            <a:extLst>
              <a:ext uri="{FF2B5EF4-FFF2-40B4-BE49-F238E27FC236}">
                <a16:creationId xmlns:a16="http://schemas.microsoft.com/office/drawing/2014/main" id="{DD835F58-F179-65E3-B8E0-D90405A57579}"/>
              </a:ext>
            </a:extLst>
          </p:cNvPr>
          <p:cNvPicPr/>
          <p:nvPr userDrawn="1"/>
        </p:nvPicPr>
        <p:blipFill>
          <a:blip r:embed="rId2"/>
          <a:srcRect/>
          <a:stretch/>
        </p:blipFill>
        <p:spPr>
          <a:xfrm>
            <a:off x="0" y="0"/>
            <a:ext cx="18288000" cy="10287000"/>
          </a:xfrm>
          <a:prstGeom prst="rect">
            <a:avLst/>
          </a:prstGeom>
        </p:spPr>
      </p:pic>
      <p:pic>
        <p:nvPicPr>
          <p:cNvPr id="9" name="Original_LOGO_black" descr="preencoded.png">
            <a:extLst>
              <a:ext uri="{FF2B5EF4-FFF2-40B4-BE49-F238E27FC236}">
                <a16:creationId xmlns:a16="http://schemas.microsoft.com/office/drawing/2014/main" id="{98722DD9-880B-F357-F603-753741D517AC}"/>
              </a:ext>
            </a:extLst>
          </p:cNvPr>
          <p:cNvPicPr/>
          <p:nvPr userDrawn="1"/>
        </p:nvPicPr>
        <p:blipFill>
          <a:blip r:embed="rId3" cstate="email">
            <a:extLst>
              <a:ext uri="{28A0092B-C50C-407E-A947-70E740481C1C}">
                <a14:useLocalDpi xmlns:a14="http://schemas.microsoft.com/office/drawing/2010/main"/>
              </a:ext>
            </a:extLst>
          </a:blip>
          <a:srcRect/>
          <a:stretch/>
        </p:blipFill>
        <p:spPr>
          <a:xfrm>
            <a:off x="571500" y="1003299"/>
            <a:ext cx="4476750" cy="828675"/>
          </a:xfrm>
          <a:prstGeom prst="rect">
            <a:avLst/>
          </a:prstGeom>
        </p:spPr>
      </p:pic>
      <p:sp>
        <p:nvSpPr>
          <p:cNvPr id="11" name="TextBox 10">
            <a:extLst>
              <a:ext uri="{FF2B5EF4-FFF2-40B4-BE49-F238E27FC236}">
                <a16:creationId xmlns:a16="http://schemas.microsoft.com/office/drawing/2014/main" id="{1B5001B8-2F3B-9DE2-2703-93E30F82CE4A}"/>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 Placeholder 8">
            <a:extLst>
              <a:ext uri="{FF2B5EF4-FFF2-40B4-BE49-F238E27FC236}">
                <a16:creationId xmlns:a16="http://schemas.microsoft.com/office/drawing/2014/main" id="{1633F9F0-C4FE-B7AE-5628-1CD85D46F564}"/>
              </a:ext>
            </a:extLst>
          </p:cNvPr>
          <p:cNvSpPr>
            <a:spLocks noGrp="1"/>
          </p:cNvSpPr>
          <p:nvPr>
            <p:ph type="body" sz="quarter" idx="11" hasCustomPrompt="1"/>
          </p:nvPr>
        </p:nvSpPr>
        <p:spPr>
          <a:xfrm>
            <a:off x="15005359" y="1024898"/>
            <a:ext cx="2800350" cy="300000"/>
          </a:xfrm>
        </p:spPr>
        <p:txBody>
          <a:bodyPr>
            <a:normAutofit/>
          </a:bodyPr>
          <a:lstStyle>
            <a:lvl1pPr algn="r">
              <a:defRPr sz="1600">
                <a:solidFill>
                  <a:schemeClr val="bg1"/>
                </a:solidFill>
              </a:defRPr>
            </a:lvl1pPr>
            <a:lvl2pPr algn="r">
              <a:defRPr/>
            </a:lvl2pPr>
            <a:lvl3pPr algn="r">
              <a:defRPr/>
            </a:lvl3pPr>
            <a:lvl4pPr algn="r">
              <a:defRPr/>
            </a:lvl4pPr>
            <a:lvl5pPr algn="r">
              <a:defRPr/>
            </a:lvl5pPr>
          </a:lstStyle>
          <a:p>
            <a:pPr lvl="0"/>
            <a:r>
              <a:rPr lang="en-BG" dirty="0"/>
              <a:t>April 29, 2025</a:t>
            </a:r>
          </a:p>
        </p:txBody>
      </p: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13" name="Title 1">
            <a:extLst>
              <a:ext uri="{FF2B5EF4-FFF2-40B4-BE49-F238E27FC236}">
                <a16:creationId xmlns:a16="http://schemas.microsoft.com/office/drawing/2014/main" id="{181C5523-4736-F865-E202-6BDDA7B27CC3}"/>
              </a:ext>
            </a:extLst>
          </p:cNvPr>
          <p:cNvSpPr>
            <a:spLocks noGrp="1"/>
          </p:cNvSpPr>
          <p:nvPr>
            <p:ph type="ctrTitle"/>
          </p:nvPr>
        </p:nvSpPr>
        <p:spPr>
          <a:xfrm>
            <a:off x="433960" y="5361380"/>
            <a:ext cx="10698860" cy="3491429"/>
          </a:xfrm>
        </p:spPr>
        <p:txBody>
          <a:bodyPr anchor="ctr" anchorCtr="0">
            <a:normAutofit/>
          </a:bodyPr>
          <a:lstStyle>
            <a:lvl1pPr algn="l">
              <a:lnSpc>
                <a:spcPct val="80000"/>
              </a:lnSpc>
              <a:defRPr sz="11500" b="0" i="0">
                <a:solidFill>
                  <a:schemeClr val="bg1"/>
                </a:solidFill>
                <a:latin typeface="All Round Gothic Medium" panose="020B0603020202020104" pitchFamily="34" charset="77"/>
              </a:defRPr>
            </a:lvl1pPr>
          </a:lstStyle>
          <a:p>
            <a:r>
              <a:rPr lang="en-US" dirty="0"/>
              <a:t>Click to edit Master title style</a:t>
            </a:r>
          </a:p>
        </p:txBody>
      </p:sp>
      <p:sp>
        <p:nvSpPr>
          <p:cNvPr id="14" name="Subtitle 2">
            <a:extLst>
              <a:ext uri="{FF2B5EF4-FFF2-40B4-BE49-F238E27FC236}">
                <a16:creationId xmlns:a16="http://schemas.microsoft.com/office/drawing/2014/main" id="{307E62FD-DA4C-4F6E-50BB-2738C7CB04F1}"/>
              </a:ext>
            </a:extLst>
          </p:cNvPr>
          <p:cNvSpPr>
            <a:spLocks noGrp="1"/>
          </p:cNvSpPr>
          <p:nvPr>
            <p:ph type="subTitle" idx="1" hasCustomPrompt="1"/>
          </p:nvPr>
        </p:nvSpPr>
        <p:spPr>
          <a:xfrm>
            <a:off x="571500" y="4100280"/>
            <a:ext cx="6836229" cy="692475"/>
          </a:xfrm>
        </p:spPr>
        <p:txBody>
          <a:bodyPr/>
          <a:lstStyle>
            <a:lvl1pPr marL="0" indent="0" algn="l">
              <a:buNone/>
              <a:defRPr sz="2800" b="0" i="0">
                <a:solidFill>
                  <a:schemeClr val="bg1"/>
                </a:solidFill>
                <a:latin typeface="Overused Grotesk"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dirty="0"/>
              <a:t>CLICK TO EDIT MASTER SUBTITLE STYLE</a:t>
            </a:r>
          </a:p>
        </p:txBody>
      </p:sp>
      <p:sp>
        <p:nvSpPr>
          <p:cNvPr id="2" name="Picture Placeholder 8">
            <a:extLst>
              <a:ext uri="{FF2B5EF4-FFF2-40B4-BE49-F238E27FC236}">
                <a16:creationId xmlns:a16="http://schemas.microsoft.com/office/drawing/2014/main" id="{F329738D-6DC7-7106-5D9A-5405B8677125}"/>
              </a:ext>
            </a:extLst>
          </p:cNvPr>
          <p:cNvSpPr>
            <a:spLocks noGrp="1"/>
          </p:cNvSpPr>
          <p:nvPr>
            <p:ph type="pic" sz="quarter" idx="16"/>
          </p:nvPr>
        </p:nvSpPr>
        <p:spPr>
          <a:xfrm>
            <a:off x="11132820" y="1427855"/>
            <a:ext cx="12258688" cy="9862750"/>
          </a:xfrm>
          <a:custGeom>
            <a:avLst/>
            <a:gdLst>
              <a:gd name="connsiteX0" fmla="*/ 238215 w 7726452"/>
              <a:gd name="connsiteY0" fmla="*/ 144 h 7922334"/>
              <a:gd name="connsiteX1" fmla="*/ 3863226 w 7726452"/>
              <a:gd name="connsiteY1" fmla="*/ 145085 h 7922334"/>
              <a:gd name="connsiteX2" fmla="*/ 7488237 w 7726452"/>
              <a:gd name="connsiteY2" fmla="*/ 144 h 7922334"/>
              <a:gd name="connsiteX3" fmla="*/ 7725805 w 7726452"/>
              <a:gd name="connsiteY3" fmla="*/ 318150 h 7922334"/>
              <a:gd name="connsiteX4" fmla="*/ 7505086 w 7726452"/>
              <a:gd name="connsiteY4" fmla="*/ 3938452 h 7922334"/>
              <a:gd name="connsiteX5" fmla="*/ 7505086 w 7726452"/>
              <a:gd name="connsiteY5" fmla="*/ 3983882 h 7922334"/>
              <a:gd name="connsiteX6" fmla="*/ 7725805 w 7726452"/>
              <a:gd name="connsiteY6" fmla="*/ 7604184 h 7922334"/>
              <a:gd name="connsiteX7" fmla="*/ 7488237 w 7726452"/>
              <a:gd name="connsiteY7" fmla="*/ 7922191 h 7922334"/>
              <a:gd name="connsiteX8" fmla="*/ 3863226 w 7726452"/>
              <a:gd name="connsiteY8" fmla="*/ 7777249 h 7922334"/>
              <a:gd name="connsiteX9" fmla="*/ 238215 w 7726452"/>
              <a:gd name="connsiteY9" fmla="*/ 7922191 h 7922334"/>
              <a:gd name="connsiteX10" fmla="*/ 648 w 7726452"/>
              <a:gd name="connsiteY10" fmla="*/ 7604184 h 7922334"/>
              <a:gd name="connsiteX11" fmla="*/ 221367 w 7726452"/>
              <a:gd name="connsiteY11" fmla="*/ 3983882 h 7922334"/>
              <a:gd name="connsiteX12" fmla="*/ 221367 w 7726452"/>
              <a:gd name="connsiteY12" fmla="*/ 3938452 h 7922334"/>
              <a:gd name="connsiteX13" fmla="*/ 648 w 7726452"/>
              <a:gd name="connsiteY13" fmla="*/ 318150 h 7922334"/>
              <a:gd name="connsiteX14" fmla="*/ 238215 w 7726452"/>
              <a:gd name="connsiteY14" fmla="*/ 144 h 7922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26452" h="7922334">
                <a:moveTo>
                  <a:pt x="238215" y="144"/>
                </a:moveTo>
                <a:lnTo>
                  <a:pt x="3863226" y="145085"/>
                </a:lnTo>
                <a:lnTo>
                  <a:pt x="7488237" y="144"/>
                </a:lnTo>
                <a:cubicBezTo>
                  <a:pt x="7624712" y="-5265"/>
                  <a:pt x="7735914" y="142922"/>
                  <a:pt x="7725805" y="318150"/>
                </a:cubicBezTo>
                <a:lnTo>
                  <a:pt x="7505086" y="3938452"/>
                </a:lnTo>
                <a:lnTo>
                  <a:pt x="7505086" y="3983882"/>
                </a:lnTo>
                <a:lnTo>
                  <a:pt x="7725805" y="7604184"/>
                </a:lnTo>
                <a:cubicBezTo>
                  <a:pt x="7735914" y="7779412"/>
                  <a:pt x="7626397" y="7927599"/>
                  <a:pt x="7488237" y="7922191"/>
                </a:cubicBezTo>
                <a:lnTo>
                  <a:pt x="3863226" y="7777249"/>
                </a:lnTo>
                <a:lnTo>
                  <a:pt x="238215" y="7922191"/>
                </a:lnTo>
                <a:cubicBezTo>
                  <a:pt x="101740" y="7927599"/>
                  <a:pt x="-9462" y="7779412"/>
                  <a:pt x="648" y="7604184"/>
                </a:cubicBezTo>
                <a:lnTo>
                  <a:pt x="221367" y="3983882"/>
                </a:lnTo>
                <a:lnTo>
                  <a:pt x="221367" y="3938452"/>
                </a:lnTo>
                <a:lnTo>
                  <a:pt x="648" y="318150"/>
                </a:lnTo>
                <a:cubicBezTo>
                  <a:pt x="-9462" y="142922"/>
                  <a:pt x="100055" y="-5265"/>
                  <a:pt x="238215" y="144"/>
                </a:cubicBezTo>
                <a:close/>
              </a:path>
            </a:pathLst>
          </a:custGeom>
          <a:solidFill>
            <a:schemeClr val="bg2"/>
          </a:solidFill>
        </p:spPr>
        <p:txBody>
          <a:bodyPr wrap="square">
            <a:noAutofit/>
          </a:bodyPr>
          <a:lstStyle/>
          <a:p>
            <a:endParaRPr lang="en-BG"/>
          </a:p>
        </p:txBody>
      </p:sp>
    </p:spTree>
    <p:extLst>
      <p:ext uri="{BB962C8B-B14F-4D97-AF65-F5344CB8AC3E}">
        <p14:creationId xmlns:p14="http://schemas.microsoft.com/office/powerpoint/2010/main" val="1571836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6560F4-B8AF-883E-9B76-5C0B4E77EBA2}"/>
              </a:ext>
            </a:extLst>
          </p:cNvPr>
          <p:cNvSpPr/>
          <p:nvPr userDrawn="1"/>
        </p:nvSpPr>
        <p:spPr>
          <a:xfrm>
            <a:off x="0" y="0"/>
            <a:ext cx="18288000" cy="1028858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8" name="Rounded Rectangle 7">
            <a:extLst>
              <a:ext uri="{FF2B5EF4-FFF2-40B4-BE49-F238E27FC236}">
                <a16:creationId xmlns:a16="http://schemas.microsoft.com/office/drawing/2014/main" id="{BFA38190-068B-AA6F-23AE-CEDFC8A852D7}"/>
              </a:ext>
            </a:extLst>
          </p:cNvPr>
          <p:cNvSpPr/>
          <p:nvPr userDrawn="1"/>
        </p:nvSpPr>
        <p:spPr>
          <a:xfrm>
            <a:off x="406223" y="478282"/>
            <a:ext cx="4516328" cy="9036754"/>
          </a:xfrm>
          <a:prstGeom prst="roundRect">
            <a:avLst>
              <a:gd name="adj" fmla="val 5164"/>
            </a:avLst>
          </a:prstGeom>
          <a:gradFill>
            <a:gsLst>
              <a:gs pos="0">
                <a:schemeClr val="accent1"/>
              </a:gs>
              <a:gs pos="100000">
                <a:schemeClr val="accent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9" name="Title 1">
            <a:extLst>
              <a:ext uri="{FF2B5EF4-FFF2-40B4-BE49-F238E27FC236}">
                <a16:creationId xmlns:a16="http://schemas.microsoft.com/office/drawing/2014/main" id="{03D85245-EC3E-37EB-D426-9FF3B5F35C77}"/>
              </a:ext>
            </a:extLst>
          </p:cNvPr>
          <p:cNvSpPr>
            <a:spLocks noGrp="1"/>
          </p:cNvSpPr>
          <p:nvPr>
            <p:ph type="title" hasCustomPrompt="1"/>
          </p:nvPr>
        </p:nvSpPr>
        <p:spPr>
          <a:xfrm>
            <a:off x="759056" y="1558375"/>
            <a:ext cx="3915183" cy="3353199"/>
          </a:xfrm>
        </p:spPr>
        <p:txBody>
          <a:bodyPr anchor="t">
            <a:normAutofit/>
          </a:bodyPr>
          <a:lstStyle>
            <a:lvl1pPr>
              <a:lnSpc>
                <a:spcPct val="70000"/>
              </a:lnSpc>
              <a:defRPr sz="6000">
                <a:solidFill>
                  <a:schemeClr val="bg1"/>
                </a:solidFill>
              </a:defRPr>
            </a:lvl1pPr>
          </a:lstStyle>
          <a:p>
            <a:r>
              <a:rPr lang="en-US" dirty="0"/>
              <a:t>Table of</a:t>
            </a:r>
            <a:br>
              <a:rPr lang="en-US" dirty="0"/>
            </a:br>
            <a:r>
              <a:rPr lang="en-US" dirty="0"/>
              <a:t>Contents</a:t>
            </a:r>
          </a:p>
        </p:txBody>
      </p:sp>
      <p:sp>
        <p:nvSpPr>
          <p:cNvPr id="11" name="TextBox 10">
            <a:extLst>
              <a:ext uri="{FF2B5EF4-FFF2-40B4-BE49-F238E27FC236}">
                <a16:creationId xmlns:a16="http://schemas.microsoft.com/office/drawing/2014/main" id="{6DF862DD-0F13-EF06-27FF-11AFF3E87461}"/>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pic>
        <p:nvPicPr>
          <p:cNvPr id="31" name="Picture 30">
            <a:extLst>
              <a:ext uri="{FF2B5EF4-FFF2-40B4-BE49-F238E27FC236}">
                <a16:creationId xmlns:a16="http://schemas.microsoft.com/office/drawing/2014/main" id="{05057B64-F96B-BA4C-07B5-EE5372ED77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7202149" y="573434"/>
            <a:ext cx="514351" cy="588616"/>
          </a:xfrm>
          <a:prstGeom prst="rect">
            <a:avLst/>
          </a:prstGeom>
        </p:spPr>
      </p:pic>
      <p:sp>
        <p:nvSpPr>
          <p:cNvPr id="32" name="Slide Number Placeholder 0">
            <a:extLst>
              <a:ext uri="{FF2B5EF4-FFF2-40B4-BE49-F238E27FC236}">
                <a16:creationId xmlns:a16="http://schemas.microsoft.com/office/drawing/2014/main" id="{F9723301-88A7-41ED-905D-E919C50B7446}"/>
              </a:ext>
            </a:extLst>
          </p:cNvPr>
          <p:cNvSpPr txBox="1"/>
          <p:nvPr userDrawn="1"/>
        </p:nvSpPr>
        <p:spPr>
          <a:xfrm>
            <a:off x="16931735" y="9786597"/>
            <a:ext cx="1146201" cy="300000"/>
          </a:xfrm>
          <a:prstGeom prst="rect">
            <a:avLst/>
          </a:prstGeom>
          <a:extLst>
            <a:ext uri="{C572A759-6A51-4108-AA02-DFA0A04FC94B}">
              <ma14:wrappingTextBoxFlag xmlns="" xmlns:ma14="http://schemas.microsoft.com/office/mac/drawingml/2011/main" val="0"/>
            </a:ext>
          </a:extLst>
        </p:spPr>
        <p:txBody>
          <a:bodyPr/>
          <a:lstStyle>
            <a:lvl1pPr marL="0" algn="r" defTabSz="914400" rtl="0" eaLnBrk="1" latinLnBrk="0" hangingPunct="1">
              <a:defRPr sz="1400" b="0" i="0" kern="1200">
                <a:solidFill>
                  <a:schemeClr val="bg1"/>
                </a:solidFill>
                <a:latin typeface="Bahnschrift" panose="020B0502040204020203" pitchFamily="34" charset="0"/>
                <a:ea typeface="Bahnschrift" panose="020B0502040204020203" pitchFamily="34" charset="0"/>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z="1200" b="0" i="0" smtClean="0">
                <a:solidFill>
                  <a:schemeClr val="bg1"/>
                </a:solidFill>
                <a:latin typeface="Overused Grotesk" pitchFamily="2" charset="0"/>
              </a:rPr>
              <a:pPr/>
              <a:t>‹#›</a:t>
            </a:fld>
            <a:endParaRPr lang="en-US" sz="1200" b="0" i="0" dirty="0">
              <a:solidFill>
                <a:schemeClr val="bg1"/>
              </a:solidFill>
              <a:latin typeface="Overused Grotesk" pitchFamily="2" charset="0"/>
            </a:endParaRPr>
          </a:p>
        </p:txBody>
      </p:sp>
    </p:spTree>
    <p:extLst>
      <p:ext uri="{BB962C8B-B14F-4D97-AF65-F5344CB8AC3E}">
        <p14:creationId xmlns:p14="http://schemas.microsoft.com/office/powerpoint/2010/main" val="1320026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asic Slide">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pic>
        <p:nvPicPr>
          <p:cNvPr id="3" name="Group 1" descr="preencoded.png">
            <a:extLst>
              <a:ext uri="{FF2B5EF4-FFF2-40B4-BE49-F238E27FC236}">
                <a16:creationId xmlns:a16="http://schemas.microsoft.com/office/drawing/2014/main" id="{BDBA77DC-9DE9-044B-B601-8172BF9A4151}"/>
              </a:ext>
            </a:extLst>
          </p:cNvPr>
          <p:cNvPicPr/>
          <p:nvPr userDrawn="1"/>
        </p:nvPicPr>
        <p:blipFill>
          <a:blip r:embed="rId3"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4" name="Text Placeholder 8">
            <a:extLst>
              <a:ext uri="{FF2B5EF4-FFF2-40B4-BE49-F238E27FC236}">
                <a16:creationId xmlns:a16="http://schemas.microsoft.com/office/drawing/2014/main" id="{B1C3487F-FA61-43BA-FC89-078665F6C6D4}"/>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pic>
        <p:nvPicPr>
          <p:cNvPr id="2" name="Group 1000005109" descr="preencoded.png">
            <a:extLst>
              <a:ext uri="{FF2B5EF4-FFF2-40B4-BE49-F238E27FC236}">
                <a16:creationId xmlns:a16="http://schemas.microsoft.com/office/drawing/2014/main" id="{9FBD60B5-BBED-D22B-1DD9-977DD84EE07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Tree>
    <p:extLst>
      <p:ext uri="{BB962C8B-B14F-4D97-AF65-F5344CB8AC3E}">
        <p14:creationId xmlns:p14="http://schemas.microsoft.com/office/powerpoint/2010/main" val="2832714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Basic Slide">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0"/>
            <a:ext cx="7810501" cy="720439"/>
          </a:xfrm>
        </p:spPr>
        <p:txBody>
          <a:bodyPr/>
          <a:lstStyle/>
          <a:p>
            <a:r>
              <a:rPr lang="en-GB" dirty="0"/>
              <a:t>Click to edit Master title style</a:t>
            </a:r>
            <a:endParaRPr lang="en-BG" dirty="0"/>
          </a:p>
        </p:txBody>
      </p:sp>
      <p:pic>
        <p:nvPicPr>
          <p:cNvPr id="3" name="Group 1" descr="preencoded.png">
            <a:extLst>
              <a:ext uri="{FF2B5EF4-FFF2-40B4-BE49-F238E27FC236}">
                <a16:creationId xmlns:a16="http://schemas.microsoft.com/office/drawing/2014/main" id="{BDBA77DC-9DE9-044B-B601-8172BF9A4151}"/>
              </a:ext>
            </a:extLst>
          </p:cNvPr>
          <p:cNvPicPr/>
          <p:nvPr userDrawn="1"/>
        </p:nvPicPr>
        <p:blipFill>
          <a:blip r:embed="rId3"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4" name="Text Placeholder 8">
            <a:extLst>
              <a:ext uri="{FF2B5EF4-FFF2-40B4-BE49-F238E27FC236}">
                <a16:creationId xmlns:a16="http://schemas.microsoft.com/office/drawing/2014/main" id="{B1C3487F-FA61-43BA-FC89-078665F6C6D4}"/>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pic>
        <p:nvPicPr>
          <p:cNvPr id="2" name="Group 1000005109" descr="preencoded.png">
            <a:extLst>
              <a:ext uri="{FF2B5EF4-FFF2-40B4-BE49-F238E27FC236}">
                <a16:creationId xmlns:a16="http://schemas.microsoft.com/office/drawing/2014/main" id="{9FBD60B5-BBED-D22B-1DD9-977DD84EE07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Tree>
    <p:extLst>
      <p:ext uri="{BB962C8B-B14F-4D97-AF65-F5344CB8AC3E}">
        <p14:creationId xmlns:p14="http://schemas.microsoft.com/office/powerpoint/2010/main" val="2889932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asic Slide">
    <p:spTree>
      <p:nvGrpSpPr>
        <p:cNvPr id="1" name=""/>
        <p:cNvGrpSpPr/>
        <p:nvPr/>
      </p:nvGrpSpPr>
      <p:grpSpPr>
        <a:xfrm>
          <a:off x="0" y="0"/>
          <a:ext cx="0" cy="0"/>
          <a:chOff x="0" y="0"/>
          <a:chExt cx="0" cy="0"/>
        </a:xfrm>
      </p:grpSpPr>
      <p:sp>
        <p:nvSpPr>
          <p:cNvPr id="14" name="Text Placeholder 27">
            <a:extLst>
              <a:ext uri="{FF2B5EF4-FFF2-40B4-BE49-F238E27FC236}">
                <a16:creationId xmlns:a16="http://schemas.microsoft.com/office/drawing/2014/main" id="{810729FA-58B6-02A2-B4AD-49F2A11D711F}"/>
              </a:ext>
            </a:extLst>
          </p:cNvPr>
          <p:cNvSpPr>
            <a:spLocks noGrp="1"/>
          </p:cNvSpPr>
          <p:nvPr>
            <p:ph type="body" sz="quarter" idx="14"/>
          </p:nvPr>
        </p:nvSpPr>
        <p:spPr>
          <a:xfrm>
            <a:off x="9478964" y="1282611"/>
            <a:ext cx="7402268" cy="2979737"/>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pic>
        <p:nvPicPr>
          <p:cNvPr id="15" name="Frame 2147223435" descr="preencoded.png">
            <a:extLst>
              <a:ext uri="{FF2B5EF4-FFF2-40B4-BE49-F238E27FC236}">
                <a16:creationId xmlns:a16="http://schemas.microsoft.com/office/drawing/2014/main" id="{71CF67C0-D143-3C68-E939-9F9ABD5CDFA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8058389"/>
            <a:ext cx="428625" cy="228600"/>
          </a:xfrm>
          <a:prstGeom prst="rect">
            <a:avLst/>
          </a:prstGeom>
        </p:spPr>
      </p:pic>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7" name="Text Placeholder 8">
            <a:extLst>
              <a:ext uri="{FF2B5EF4-FFF2-40B4-BE49-F238E27FC236}">
                <a16:creationId xmlns:a16="http://schemas.microsoft.com/office/drawing/2014/main" id="{305E5F4D-3EA9-3150-CC4D-CA49582FEC99}"/>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sp>
        <p:nvSpPr>
          <p:cNvPr id="29" name="Text Placeholder 8">
            <a:extLst>
              <a:ext uri="{FF2B5EF4-FFF2-40B4-BE49-F238E27FC236}">
                <a16:creationId xmlns:a16="http://schemas.microsoft.com/office/drawing/2014/main" id="{3C112471-12B4-399B-0112-FE6CF996EC83}"/>
              </a:ext>
            </a:extLst>
          </p:cNvPr>
          <p:cNvSpPr>
            <a:spLocks noGrp="1"/>
          </p:cNvSpPr>
          <p:nvPr>
            <p:ph type="body" sz="quarter" idx="17" hasCustomPrompt="1"/>
          </p:nvPr>
        </p:nvSpPr>
        <p:spPr>
          <a:xfrm>
            <a:off x="1008110" y="8016402"/>
            <a:ext cx="6403027" cy="321385"/>
          </a:xfrm>
        </p:spPr>
        <p:txBody>
          <a:bodyPr anchor="ctr"/>
          <a:lstStyle/>
          <a:p>
            <a:r>
              <a:rPr lang="en-BG" dirty="0"/>
              <a:t>PLACEHOLDER TEXT</a:t>
            </a:r>
          </a:p>
        </p:txBody>
      </p:sp>
      <p:pic>
        <p:nvPicPr>
          <p:cNvPr id="30" name="Group 1" descr="preencoded.png">
            <a:extLst>
              <a:ext uri="{FF2B5EF4-FFF2-40B4-BE49-F238E27FC236}">
                <a16:creationId xmlns:a16="http://schemas.microsoft.com/office/drawing/2014/main" id="{5115C686-6FD7-8C1D-CC34-0D7EC9EF873E}"/>
              </a:ext>
            </a:extLst>
          </p:cNvPr>
          <p:cNvPicPr/>
          <p:nvPr userDrawn="1"/>
        </p:nvPicPr>
        <p:blipFill>
          <a:blip r:embed="rId4"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33" name="Title 24">
            <a:extLst>
              <a:ext uri="{FF2B5EF4-FFF2-40B4-BE49-F238E27FC236}">
                <a16:creationId xmlns:a16="http://schemas.microsoft.com/office/drawing/2014/main" id="{B22A1A69-7F52-9031-02D5-6B9609BFF885}"/>
              </a:ext>
            </a:extLst>
          </p:cNvPr>
          <p:cNvSpPr>
            <a:spLocks noGrp="1"/>
          </p:cNvSpPr>
          <p:nvPr>
            <p:ph type="title"/>
          </p:nvPr>
        </p:nvSpPr>
        <p:spPr>
          <a:xfrm>
            <a:off x="449579" y="1284970"/>
            <a:ext cx="7810501" cy="720439"/>
          </a:xfrm>
        </p:spPr>
        <p:txBody>
          <a:bodyPr/>
          <a:lstStyle/>
          <a:p>
            <a:r>
              <a:rPr lang="en-GB" dirty="0"/>
              <a:t>Click to edit Master title style</a:t>
            </a:r>
            <a:endParaRPr lang="en-BG" dirty="0"/>
          </a:p>
        </p:txBody>
      </p:sp>
    </p:spTree>
    <p:extLst>
      <p:ext uri="{BB962C8B-B14F-4D97-AF65-F5344CB8AC3E}">
        <p14:creationId xmlns:p14="http://schemas.microsoft.com/office/powerpoint/2010/main" val="2914958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Basic Slide">
    <p:spTree>
      <p:nvGrpSpPr>
        <p:cNvPr id="1" name=""/>
        <p:cNvGrpSpPr/>
        <p:nvPr/>
      </p:nvGrpSpPr>
      <p:grpSpPr>
        <a:xfrm>
          <a:off x="0" y="0"/>
          <a:ext cx="0" cy="0"/>
          <a:chOff x="0" y="0"/>
          <a:chExt cx="0" cy="0"/>
        </a:xfrm>
      </p:grpSpPr>
      <p:sp>
        <p:nvSpPr>
          <p:cNvPr id="14" name="Text Placeholder 27">
            <a:extLst>
              <a:ext uri="{FF2B5EF4-FFF2-40B4-BE49-F238E27FC236}">
                <a16:creationId xmlns:a16="http://schemas.microsoft.com/office/drawing/2014/main" id="{810729FA-58B6-02A2-B4AD-49F2A11D711F}"/>
              </a:ext>
            </a:extLst>
          </p:cNvPr>
          <p:cNvSpPr>
            <a:spLocks noGrp="1"/>
          </p:cNvSpPr>
          <p:nvPr>
            <p:ph type="body" sz="quarter" idx="14"/>
          </p:nvPr>
        </p:nvSpPr>
        <p:spPr>
          <a:xfrm>
            <a:off x="9478964" y="1282611"/>
            <a:ext cx="7402268" cy="2979737"/>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0"/>
            <a:ext cx="7810501" cy="720439"/>
          </a:xfrm>
        </p:spPr>
        <p:txBody>
          <a:bodyPr/>
          <a:lstStyle/>
          <a:p>
            <a:r>
              <a:rPr lang="en-GB" dirty="0"/>
              <a:t>Click to edit Master title style</a:t>
            </a:r>
            <a:endParaRPr lang="en-BG" dirty="0"/>
          </a:p>
        </p:txBody>
      </p:sp>
      <p:pic>
        <p:nvPicPr>
          <p:cNvPr id="3" name="Group 1" descr="preencoded.png">
            <a:extLst>
              <a:ext uri="{FF2B5EF4-FFF2-40B4-BE49-F238E27FC236}">
                <a16:creationId xmlns:a16="http://schemas.microsoft.com/office/drawing/2014/main" id="{BDBA77DC-9DE9-044B-B601-8172BF9A4151}"/>
              </a:ext>
            </a:extLst>
          </p:cNvPr>
          <p:cNvPicPr/>
          <p:nvPr userDrawn="1"/>
        </p:nvPicPr>
        <p:blipFill>
          <a:blip r:embed="rId3"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4" name="Text Placeholder 8">
            <a:extLst>
              <a:ext uri="{FF2B5EF4-FFF2-40B4-BE49-F238E27FC236}">
                <a16:creationId xmlns:a16="http://schemas.microsoft.com/office/drawing/2014/main" id="{B1C3487F-FA61-43BA-FC89-078665F6C6D4}"/>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spTree>
    <p:extLst>
      <p:ext uri="{BB962C8B-B14F-4D97-AF65-F5344CB8AC3E}">
        <p14:creationId xmlns:p14="http://schemas.microsoft.com/office/powerpoint/2010/main" val="13147312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Basic Slide">
    <p:spTree>
      <p:nvGrpSpPr>
        <p:cNvPr id="1" name=""/>
        <p:cNvGrpSpPr/>
        <p:nvPr/>
      </p:nvGrpSpPr>
      <p:grpSpPr>
        <a:xfrm>
          <a:off x="0" y="0"/>
          <a:ext cx="0" cy="0"/>
          <a:chOff x="0" y="0"/>
          <a:chExt cx="0" cy="0"/>
        </a:xfrm>
      </p:grpSpPr>
      <p:sp>
        <p:nvSpPr>
          <p:cNvPr id="14" name="Text Placeholder 27">
            <a:extLst>
              <a:ext uri="{FF2B5EF4-FFF2-40B4-BE49-F238E27FC236}">
                <a16:creationId xmlns:a16="http://schemas.microsoft.com/office/drawing/2014/main" id="{810729FA-58B6-02A2-B4AD-49F2A11D711F}"/>
              </a:ext>
            </a:extLst>
          </p:cNvPr>
          <p:cNvSpPr>
            <a:spLocks noGrp="1"/>
          </p:cNvSpPr>
          <p:nvPr>
            <p:ph type="body" sz="quarter" idx="14"/>
          </p:nvPr>
        </p:nvSpPr>
        <p:spPr>
          <a:xfrm>
            <a:off x="9478963" y="1385008"/>
            <a:ext cx="8237537" cy="2761487"/>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0"/>
            <a:ext cx="6961558" cy="1401139"/>
          </a:xfrm>
        </p:spPr>
        <p:txBody>
          <a:bodyPr/>
          <a:lstStyle/>
          <a:p>
            <a:r>
              <a:rPr lang="en-GB" dirty="0"/>
              <a:t>Click to edit Master title style</a:t>
            </a:r>
            <a:endParaRPr lang="en-BG" dirty="0"/>
          </a:p>
        </p:txBody>
      </p:sp>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3"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sp>
        <p:nvSpPr>
          <p:cNvPr id="10" name="Text Placeholder 27">
            <a:extLst>
              <a:ext uri="{FF2B5EF4-FFF2-40B4-BE49-F238E27FC236}">
                <a16:creationId xmlns:a16="http://schemas.microsoft.com/office/drawing/2014/main" id="{D012D1B1-4309-E43D-957C-9B6E4E65AFA4}"/>
              </a:ext>
            </a:extLst>
          </p:cNvPr>
          <p:cNvSpPr>
            <a:spLocks noGrp="1"/>
          </p:cNvSpPr>
          <p:nvPr>
            <p:ph type="body" sz="quarter" idx="18"/>
          </p:nvPr>
        </p:nvSpPr>
        <p:spPr>
          <a:xfrm>
            <a:off x="443376" y="4146495"/>
            <a:ext cx="8168211" cy="2979737"/>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Tree>
    <p:extLst>
      <p:ext uri="{BB962C8B-B14F-4D97-AF65-F5344CB8AC3E}">
        <p14:creationId xmlns:p14="http://schemas.microsoft.com/office/powerpoint/2010/main" val="12358901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Basic Slide">
    <p:spTree>
      <p:nvGrpSpPr>
        <p:cNvPr id="1" name=""/>
        <p:cNvGrpSpPr/>
        <p:nvPr/>
      </p:nvGrpSpPr>
      <p:grpSpPr>
        <a:xfrm>
          <a:off x="0" y="0"/>
          <a:ext cx="0" cy="0"/>
          <a:chOff x="0" y="0"/>
          <a:chExt cx="0" cy="0"/>
        </a:xfrm>
      </p:grpSpPr>
      <p:sp>
        <p:nvSpPr>
          <p:cNvPr id="14" name="Text Placeholder 27">
            <a:extLst>
              <a:ext uri="{FF2B5EF4-FFF2-40B4-BE49-F238E27FC236}">
                <a16:creationId xmlns:a16="http://schemas.microsoft.com/office/drawing/2014/main" id="{810729FA-58B6-02A2-B4AD-49F2A11D711F}"/>
              </a:ext>
            </a:extLst>
          </p:cNvPr>
          <p:cNvSpPr>
            <a:spLocks noGrp="1"/>
          </p:cNvSpPr>
          <p:nvPr>
            <p:ph type="body" sz="quarter" idx="14"/>
          </p:nvPr>
        </p:nvSpPr>
        <p:spPr>
          <a:xfrm>
            <a:off x="8690253" y="3125605"/>
            <a:ext cx="7515316" cy="2979737"/>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0"/>
            <a:ext cx="15755990" cy="1401139"/>
          </a:xfrm>
        </p:spPr>
        <p:txBody>
          <a:bodyPr/>
          <a:lstStyle/>
          <a:p>
            <a:r>
              <a:rPr lang="en-GB" dirty="0"/>
              <a:t>Click to edit Master title style</a:t>
            </a:r>
            <a:endParaRPr lang="en-BG" dirty="0"/>
          </a:p>
        </p:txBody>
      </p:sp>
      <p:pic>
        <p:nvPicPr>
          <p:cNvPr id="2" name="Group 1000005109" descr="preencoded.png">
            <a:extLst>
              <a:ext uri="{FF2B5EF4-FFF2-40B4-BE49-F238E27FC236}">
                <a16:creationId xmlns:a16="http://schemas.microsoft.com/office/drawing/2014/main" id="{F52F3B78-5921-4661-DBB4-02E878C70F24}"/>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
        <p:nvSpPr>
          <p:cNvPr id="3" name="Text Placeholder 27">
            <a:extLst>
              <a:ext uri="{FF2B5EF4-FFF2-40B4-BE49-F238E27FC236}">
                <a16:creationId xmlns:a16="http://schemas.microsoft.com/office/drawing/2014/main" id="{2D87A3B7-8C4C-DED2-22F0-70B9CEF4D835}"/>
              </a:ext>
            </a:extLst>
          </p:cNvPr>
          <p:cNvSpPr>
            <a:spLocks noGrp="1"/>
          </p:cNvSpPr>
          <p:nvPr>
            <p:ph type="body" sz="quarter" idx="18"/>
          </p:nvPr>
        </p:nvSpPr>
        <p:spPr>
          <a:xfrm>
            <a:off x="568881" y="3125605"/>
            <a:ext cx="7515316" cy="2979737"/>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4"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spTree>
    <p:extLst>
      <p:ext uri="{BB962C8B-B14F-4D97-AF65-F5344CB8AC3E}">
        <p14:creationId xmlns:p14="http://schemas.microsoft.com/office/powerpoint/2010/main" val="1972893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Basic Slide">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9092485" y="123062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8990886" y="1932540"/>
            <a:ext cx="7113085" cy="1401139"/>
          </a:xfrm>
        </p:spPr>
        <p:txBody>
          <a:bodyPr>
            <a:normAutofit/>
          </a:bodyPr>
          <a:lstStyle>
            <a:lvl1pPr>
              <a:defRPr sz="4600"/>
            </a:lvl1pPr>
          </a:lstStyle>
          <a:p>
            <a:r>
              <a:rPr lang="en-GB" dirty="0"/>
              <a:t>Click to edit Master title style</a:t>
            </a:r>
            <a:endParaRPr lang="en-BG" dirty="0"/>
          </a:p>
        </p:txBody>
      </p:sp>
      <p:pic>
        <p:nvPicPr>
          <p:cNvPr id="2" name="Group 1000005109" descr="preencoded.png">
            <a:extLst>
              <a:ext uri="{FF2B5EF4-FFF2-40B4-BE49-F238E27FC236}">
                <a16:creationId xmlns:a16="http://schemas.microsoft.com/office/drawing/2014/main" id="{F52F3B78-5921-4661-DBB4-02E878C70F24}"/>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
        <p:nvSpPr>
          <p:cNvPr id="3" name="Text Placeholder 27">
            <a:extLst>
              <a:ext uri="{FF2B5EF4-FFF2-40B4-BE49-F238E27FC236}">
                <a16:creationId xmlns:a16="http://schemas.microsoft.com/office/drawing/2014/main" id="{2D87A3B7-8C4C-DED2-22F0-70B9CEF4D835}"/>
              </a:ext>
            </a:extLst>
          </p:cNvPr>
          <p:cNvSpPr>
            <a:spLocks noGrp="1"/>
          </p:cNvSpPr>
          <p:nvPr>
            <p:ph type="body" sz="quarter" idx="18"/>
          </p:nvPr>
        </p:nvSpPr>
        <p:spPr>
          <a:xfrm>
            <a:off x="8996396" y="8292977"/>
            <a:ext cx="7515316" cy="1422524"/>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4"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9529095" y="1200687"/>
            <a:ext cx="6403027" cy="321385"/>
          </a:xfrm>
        </p:spPr>
        <p:txBody>
          <a:bodyPr anchor="ctr"/>
          <a:lstStyle/>
          <a:p>
            <a:r>
              <a:rPr lang="en-BG" dirty="0"/>
              <a:t>PLACEHOLDER TEXT</a:t>
            </a:r>
          </a:p>
        </p:txBody>
      </p:sp>
    </p:spTree>
    <p:extLst>
      <p:ext uri="{BB962C8B-B14F-4D97-AF65-F5344CB8AC3E}">
        <p14:creationId xmlns:p14="http://schemas.microsoft.com/office/powerpoint/2010/main" val="3226026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Basic Slide">
    <p:spTree>
      <p:nvGrpSpPr>
        <p:cNvPr id="1" name=""/>
        <p:cNvGrpSpPr/>
        <p:nvPr/>
      </p:nvGrpSpPr>
      <p:grpSpPr>
        <a:xfrm>
          <a:off x="0" y="0"/>
          <a:ext cx="0" cy="0"/>
          <a:chOff x="0" y="0"/>
          <a:chExt cx="0" cy="0"/>
        </a:xfrm>
      </p:grpSpPr>
      <p:pic>
        <p:nvPicPr>
          <p:cNvPr id="3" name="Group 1" descr="preencoded.png">
            <a:extLst>
              <a:ext uri="{FF2B5EF4-FFF2-40B4-BE49-F238E27FC236}">
                <a16:creationId xmlns:a16="http://schemas.microsoft.com/office/drawing/2014/main" id="{BDBA77DC-9DE9-044B-B601-8172BF9A4151}"/>
              </a:ext>
            </a:extLst>
          </p:cNvPr>
          <p:cNvPicPr/>
          <p:nvPr userDrawn="1"/>
        </p:nvPicPr>
        <p:blipFill>
          <a:blip r:embed="rId2"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Tree>
    <p:extLst>
      <p:ext uri="{BB962C8B-B14F-4D97-AF65-F5344CB8AC3E}">
        <p14:creationId xmlns:p14="http://schemas.microsoft.com/office/powerpoint/2010/main" val="3055173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Basic Slide">
    <p:spTree>
      <p:nvGrpSpPr>
        <p:cNvPr id="1" name=""/>
        <p:cNvGrpSpPr/>
        <p:nvPr/>
      </p:nvGrpSpPr>
      <p:grpSpPr>
        <a:xfrm>
          <a:off x="0" y="0"/>
          <a:ext cx="0" cy="0"/>
          <a:chOff x="0" y="0"/>
          <a:chExt cx="0" cy="0"/>
        </a:xfrm>
      </p:grpSpPr>
      <p:pic>
        <p:nvPicPr>
          <p:cNvPr id="3" name="Group 1" descr="preencoded.png">
            <a:extLst>
              <a:ext uri="{FF2B5EF4-FFF2-40B4-BE49-F238E27FC236}">
                <a16:creationId xmlns:a16="http://schemas.microsoft.com/office/drawing/2014/main" id="{BDBA77DC-9DE9-044B-B601-8172BF9A4151}"/>
              </a:ext>
            </a:extLst>
          </p:cNvPr>
          <p:cNvPicPr/>
          <p:nvPr userDrawn="1"/>
        </p:nvPicPr>
        <p:blipFill>
          <a:blip r:embed="rId2"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pic>
        <p:nvPicPr>
          <p:cNvPr id="2" name="Group 1000005109" descr="preencoded.png">
            <a:extLst>
              <a:ext uri="{FF2B5EF4-FFF2-40B4-BE49-F238E27FC236}">
                <a16:creationId xmlns:a16="http://schemas.microsoft.com/office/drawing/2014/main" id="{9FBD60B5-BBED-D22B-1DD9-977DD84EE07C}"/>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Tree>
    <p:extLst>
      <p:ext uri="{BB962C8B-B14F-4D97-AF65-F5344CB8AC3E}">
        <p14:creationId xmlns:p14="http://schemas.microsoft.com/office/powerpoint/2010/main" val="26076088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asic Slide Without Sidebar ">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0"/>
            <a:ext cx="7810501" cy="720439"/>
          </a:xfrm>
        </p:spPr>
        <p:txBody>
          <a:bodyPr/>
          <a:lstStyle/>
          <a:p>
            <a:r>
              <a:rPr lang="en-GB" dirty="0"/>
              <a:t>Click to edit Master title style</a:t>
            </a:r>
            <a:endParaRPr lang="en-BG" dirty="0"/>
          </a:p>
        </p:txBody>
      </p:sp>
      <p:pic>
        <p:nvPicPr>
          <p:cNvPr id="3" name="Group 1" descr="preencoded.png">
            <a:extLst>
              <a:ext uri="{FF2B5EF4-FFF2-40B4-BE49-F238E27FC236}">
                <a16:creationId xmlns:a16="http://schemas.microsoft.com/office/drawing/2014/main" id="{BDBA77DC-9DE9-044B-B601-8172BF9A4151}"/>
              </a:ext>
            </a:extLst>
          </p:cNvPr>
          <p:cNvPicPr/>
          <p:nvPr userDrawn="1"/>
        </p:nvPicPr>
        <p:blipFill>
          <a:blip r:embed="rId3"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4" name="Text Placeholder 8">
            <a:extLst>
              <a:ext uri="{FF2B5EF4-FFF2-40B4-BE49-F238E27FC236}">
                <a16:creationId xmlns:a16="http://schemas.microsoft.com/office/drawing/2014/main" id="{B1C3487F-FA61-43BA-FC89-078665F6C6D4}"/>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spTree>
    <p:extLst>
      <p:ext uri="{BB962C8B-B14F-4D97-AF65-F5344CB8AC3E}">
        <p14:creationId xmlns:p14="http://schemas.microsoft.com/office/powerpoint/2010/main" val="39322331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lide With Bullet Points">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0"/>
            <a:ext cx="15755990" cy="1401139"/>
          </a:xfrm>
        </p:spPr>
        <p:txBody>
          <a:bodyPr/>
          <a:lstStyle/>
          <a:p>
            <a:r>
              <a:rPr lang="en-GB" dirty="0"/>
              <a:t>Click to edit Master title style</a:t>
            </a:r>
            <a:endParaRPr lang="en-BG" dirty="0"/>
          </a:p>
        </p:txBody>
      </p:sp>
      <p:pic>
        <p:nvPicPr>
          <p:cNvPr id="2" name="Group 1000005109" descr="preencoded.png">
            <a:extLst>
              <a:ext uri="{FF2B5EF4-FFF2-40B4-BE49-F238E27FC236}">
                <a16:creationId xmlns:a16="http://schemas.microsoft.com/office/drawing/2014/main" id="{F52F3B78-5921-4661-DBB4-02E878C70F24}"/>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4"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sp>
        <p:nvSpPr>
          <p:cNvPr id="11" name="Content Placeholder 2">
            <a:extLst>
              <a:ext uri="{FF2B5EF4-FFF2-40B4-BE49-F238E27FC236}">
                <a16:creationId xmlns:a16="http://schemas.microsoft.com/office/drawing/2014/main" id="{E42CA7DD-2A8C-FF62-011D-0C83D2DBEF9A}"/>
              </a:ext>
            </a:extLst>
          </p:cNvPr>
          <p:cNvSpPr>
            <a:spLocks noGrp="1"/>
          </p:cNvSpPr>
          <p:nvPr>
            <p:ph idx="14" hasCustomPrompt="1"/>
          </p:nvPr>
        </p:nvSpPr>
        <p:spPr>
          <a:xfrm>
            <a:off x="440740" y="3096577"/>
            <a:ext cx="15755990" cy="4427992"/>
          </a:xfrm>
        </p:spPr>
        <p:txBody>
          <a:bodyPr/>
          <a:lstStyle>
            <a:lvl4pPr marL="1044000" indent="-198900">
              <a:buClr>
                <a:schemeClr val="accent1"/>
              </a:buClr>
              <a:buSzPct val="70000"/>
              <a:buFontTx/>
              <a:buBlip>
                <a:blip r:embed="rId5"/>
              </a:buBlip>
              <a:defRPr/>
            </a:lvl4pPr>
            <a:lvl5pPr>
              <a:buClr>
                <a:schemeClr val="accent1"/>
              </a:buClr>
              <a:defRPr/>
            </a:lvl5pPr>
          </a:lstStyle>
          <a:p>
            <a:r>
              <a:rPr lang="en-US" dirty="0"/>
              <a:t>Lorem ipsum</a:t>
            </a:r>
          </a:p>
          <a:p>
            <a:pPr lvl="2"/>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p>
          <a:p>
            <a:pPr lvl="3"/>
            <a:r>
              <a:rPr lang="en-US" dirty="0"/>
              <a:t>Lorem ipsum</a:t>
            </a:r>
          </a:p>
          <a:p>
            <a:pPr lvl="3"/>
            <a:r>
              <a:rPr lang="en-US" dirty="0"/>
              <a:t>Lorem ipsum</a:t>
            </a:r>
          </a:p>
          <a:p>
            <a:pPr lvl="4"/>
            <a:r>
              <a:rPr lang="en-US" dirty="0"/>
              <a:t>Lorem ipsum</a:t>
            </a:r>
          </a:p>
          <a:p>
            <a:endParaRPr lang="en-US" dirty="0"/>
          </a:p>
        </p:txBody>
      </p:sp>
    </p:spTree>
    <p:extLst>
      <p:ext uri="{BB962C8B-B14F-4D97-AF65-F5344CB8AC3E}">
        <p14:creationId xmlns:p14="http://schemas.microsoft.com/office/powerpoint/2010/main" val="37173699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lide With Bullet Points Two Columns">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0"/>
            <a:ext cx="15755990" cy="1401139"/>
          </a:xfrm>
        </p:spPr>
        <p:txBody>
          <a:bodyPr/>
          <a:lstStyle/>
          <a:p>
            <a:r>
              <a:rPr lang="en-GB" dirty="0"/>
              <a:t>Click to edit Master title style</a:t>
            </a:r>
            <a:endParaRPr lang="en-BG" dirty="0"/>
          </a:p>
        </p:txBody>
      </p:sp>
      <p:pic>
        <p:nvPicPr>
          <p:cNvPr id="2" name="Group 1000005109" descr="preencoded.png">
            <a:extLst>
              <a:ext uri="{FF2B5EF4-FFF2-40B4-BE49-F238E27FC236}">
                <a16:creationId xmlns:a16="http://schemas.microsoft.com/office/drawing/2014/main" id="{F52F3B78-5921-4661-DBB4-02E878C70F24}"/>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4"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sp>
        <p:nvSpPr>
          <p:cNvPr id="9" name="Content Placeholder 2">
            <a:extLst>
              <a:ext uri="{FF2B5EF4-FFF2-40B4-BE49-F238E27FC236}">
                <a16:creationId xmlns:a16="http://schemas.microsoft.com/office/drawing/2014/main" id="{7052AC9D-14A1-CF76-4010-BB3317AB0DE8}"/>
              </a:ext>
            </a:extLst>
          </p:cNvPr>
          <p:cNvSpPr>
            <a:spLocks noGrp="1"/>
          </p:cNvSpPr>
          <p:nvPr>
            <p:ph idx="13" hasCustomPrompt="1"/>
          </p:nvPr>
        </p:nvSpPr>
        <p:spPr>
          <a:xfrm>
            <a:off x="8570949" y="3096577"/>
            <a:ext cx="7634617" cy="4427992"/>
          </a:xfrm>
        </p:spPr>
        <p:txBody>
          <a:bodyPr/>
          <a:lstStyle>
            <a:lvl4pPr marL="1044000" indent="-198900">
              <a:buClr>
                <a:schemeClr val="accent1"/>
              </a:buClr>
              <a:buSzPct val="70000"/>
              <a:buFontTx/>
              <a:buBlip>
                <a:blip r:embed="rId5"/>
              </a:buBlip>
              <a:defRPr/>
            </a:lvl4pPr>
            <a:lvl5pPr>
              <a:buClr>
                <a:schemeClr val="accent1"/>
              </a:buClr>
              <a:defRPr/>
            </a:lvl5pPr>
          </a:lstStyle>
          <a:p>
            <a:r>
              <a:rPr lang="en-US" dirty="0"/>
              <a:t>Lorem ipsum</a:t>
            </a:r>
          </a:p>
          <a:p>
            <a:pPr lvl="2"/>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p>
          <a:p>
            <a:pPr lvl="3"/>
            <a:r>
              <a:rPr lang="en-US" dirty="0"/>
              <a:t>Lorem ipsum</a:t>
            </a:r>
          </a:p>
          <a:p>
            <a:pPr lvl="3"/>
            <a:r>
              <a:rPr lang="en-US" dirty="0"/>
              <a:t>Lorem ipsum</a:t>
            </a:r>
          </a:p>
          <a:p>
            <a:pPr lvl="4"/>
            <a:r>
              <a:rPr lang="en-US" dirty="0"/>
              <a:t>Lorem ipsum</a:t>
            </a:r>
          </a:p>
          <a:p>
            <a:endParaRPr lang="en-US" dirty="0"/>
          </a:p>
        </p:txBody>
      </p:sp>
      <p:sp>
        <p:nvSpPr>
          <p:cNvPr id="11" name="Content Placeholder 2">
            <a:extLst>
              <a:ext uri="{FF2B5EF4-FFF2-40B4-BE49-F238E27FC236}">
                <a16:creationId xmlns:a16="http://schemas.microsoft.com/office/drawing/2014/main" id="{E42CA7DD-2A8C-FF62-011D-0C83D2DBEF9A}"/>
              </a:ext>
            </a:extLst>
          </p:cNvPr>
          <p:cNvSpPr>
            <a:spLocks noGrp="1"/>
          </p:cNvSpPr>
          <p:nvPr>
            <p:ph idx="14" hasCustomPrompt="1"/>
          </p:nvPr>
        </p:nvSpPr>
        <p:spPr>
          <a:xfrm>
            <a:off x="440740" y="3096577"/>
            <a:ext cx="7634617" cy="4427992"/>
          </a:xfrm>
        </p:spPr>
        <p:txBody>
          <a:bodyPr/>
          <a:lstStyle>
            <a:lvl4pPr marL="1044000" indent="-198900">
              <a:buClr>
                <a:schemeClr val="accent1"/>
              </a:buClr>
              <a:buSzPct val="70000"/>
              <a:buFontTx/>
              <a:buBlip>
                <a:blip r:embed="rId5"/>
              </a:buBlip>
              <a:defRPr/>
            </a:lvl4pPr>
            <a:lvl5pPr>
              <a:buClr>
                <a:schemeClr val="accent1"/>
              </a:buClr>
              <a:defRPr/>
            </a:lvl5pPr>
          </a:lstStyle>
          <a:p>
            <a:r>
              <a:rPr lang="en-US" dirty="0"/>
              <a:t>Lorem ipsum</a:t>
            </a:r>
          </a:p>
          <a:p>
            <a:pPr lvl="2"/>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sunt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a:t>
            </a:r>
          </a:p>
          <a:p>
            <a:pPr lvl="3"/>
            <a:r>
              <a:rPr lang="en-US" dirty="0"/>
              <a:t>Lorem ipsum</a:t>
            </a:r>
          </a:p>
          <a:p>
            <a:pPr lvl="3"/>
            <a:r>
              <a:rPr lang="en-US" dirty="0"/>
              <a:t>Lorem ipsum</a:t>
            </a:r>
          </a:p>
          <a:p>
            <a:pPr lvl="4"/>
            <a:r>
              <a:rPr lang="en-US" dirty="0"/>
              <a:t>Lorem ipsum</a:t>
            </a:r>
          </a:p>
          <a:p>
            <a:endParaRPr lang="en-US" dirty="0"/>
          </a:p>
        </p:txBody>
      </p:sp>
    </p:spTree>
    <p:extLst>
      <p:ext uri="{BB962C8B-B14F-4D97-AF65-F5344CB8AC3E}">
        <p14:creationId xmlns:p14="http://schemas.microsoft.com/office/powerpoint/2010/main" val="1688382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lide with a Box">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DF3508CE-95DB-5113-E8A4-60F8BE0A02F7}"/>
              </a:ext>
            </a:extLst>
          </p:cNvPr>
          <p:cNvSpPr/>
          <p:nvPr userDrawn="1"/>
        </p:nvSpPr>
        <p:spPr>
          <a:xfrm>
            <a:off x="1371600" y="1149607"/>
            <a:ext cx="6292970" cy="7487646"/>
          </a:xfrm>
          <a:prstGeom prst="roundRect">
            <a:avLst>
              <a:gd name="adj" fmla="val 8081"/>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9092485" y="123062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8990886" y="1932540"/>
            <a:ext cx="7113085" cy="1401139"/>
          </a:xfrm>
        </p:spPr>
        <p:txBody>
          <a:bodyPr>
            <a:normAutofit/>
          </a:bodyPr>
          <a:lstStyle>
            <a:lvl1pPr>
              <a:defRPr sz="4600"/>
            </a:lvl1pPr>
          </a:lstStyle>
          <a:p>
            <a:r>
              <a:rPr lang="en-GB" dirty="0"/>
              <a:t>Click to edit Master title style</a:t>
            </a:r>
            <a:endParaRPr lang="en-BG" dirty="0"/>
          </a:p>
        </p:txBody>
      </p:sp>
      <p:pic>
        <p:nvPicPr>
          <p:cNvPr id="2" name="Group 1000005109" descr="preencoded.png">
            <a:extLst>
              <a:ext uri="{FF2B5EF4-FFF2-40B4-BE49-F238E27FC236}">
                <a16:creationId xmlns:a16="http://schemas.microsoft.com/office/drawing/2014/main" id="{F52F3B78-5921-4661-DBB4-02E878C70F24}"/>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
        <p:nvSpPr>
          <p:cNvPr id="3" name="Text Placeholder 27">
            <a:extLst>
              <a:ext uri="{FF2B5EF4-FFF2-40B4-BE49-F238E27FC236}">
                <a16:creationId xmlns:a16="http://schemas.microsoft.com/office/drawing/2014/main" id="{2D87A3B7-8C4C-DED2-22F0-70B9CEF4D835}"/>
              </a:ext>
            </a:extLst>
          </p:cNvPr>
          <p:cNvSpPr>
            <a:spLocks noGrp="1"/>
          </p:cNvSpPr>
          <p:nvPr>
            <p:ph type="body" sz="quarter" idx="18"/>
          </p:nvPr>
        </p:nvSpPr>
        <p:spPr>
          <a:xfrm>
            <a:off x="8996396" y="8292977"/>
            <a:ext cx="7515316" cy="1422524"/>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4"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9529095" y="1200687"/>
            <a:ext cx="6403027" cy="321385"/>
          </a:xfrm>
        </p:spPr>
        <p:txBody>
          <a:bodyPr anchor="ctr"/>
          <a:lstStyle/>
          <a:p>
            <a:r>
              <a:rPr lang="en-BG" dirty="0"/>
              <a:t>PLACEHOLDER TEXT</a:t>
            </a:r>
          </a:p>
        </p:txBody>
      </p:sp>
      <p:sp>
        <p:nvSpPr>
          <p:cNvPr id="9" name="Text Placeholder 18">
            <a:extLst>
              <a:ext uri="{FF2B5EF4-FFF2-40B4-BE49-F238E27FC236}">
                <a16:creationId xmlns:a16="http://schemas.microsoft.com/office/drawing/2014/main" id="{DB176EFC-C5CC-7C80-9361-D9C712385125}"/>
              </a:ext>
            </a:extLst>
          </p:cNvPr>
          <p:cNvSpPr>
            <a:spLocks noGrp="1"/>
          </p:cNvSpPr>
          <p:nvPr>
            <p:ph type="body" sz="quarter" idx="17" hasCustomPrompt="1"/>
          </p:nvPr>
        </p:nvSpPr>
        <p:spPr>
          <a:xfrm>
            <a:off x="1710671" y="2136321"/>
            <a:ext cx="5607656" cy="407987"/>
          </a:xfrm>
          <a:prstGeom prst="rect">
            <a:avLst/>
          </a:prstGeom>
        </p:spPr>
        <p:txBody>
          <a:bodyPr/>
          <a:lstStyle>
            <a:lvl1pPr marL="0" indent="0">
              <a:buFontTx/>
              <a:buNone/>
              <a:defRPr sz="2600" b="1" i="0">
                <a:latin typeface="All Round Gothic Medium" panose="020B0603020202020104" pitchFamily="34" charset="77"/>
              </a:defRPr>
            </a:lvl1pPr>
            <a:lvl2pPr marL="457200" indent="0">
              <a:buFontTx/>
              <a:buNone/>
              <a:defRPr sz="2600" b="1" i="0">
                <a:latin typeface="Bahnschrift Light" panose="020B0502040204020203" pitchFamily="34" charset="0"/>
              </a:defRPr>
            </a:lvl2pPr>
            <a:lvl3pPr marL="914400" indent="0">
              <a:buFontTx/>
              <a:buNone/>
              <a:defRPr sz="2600" b="1" i="0">
                <a:latin typeface="Bahnschrift Light" panose="020B0502040204020203" pitchFamily="34" charset="0"/>
              </a:defRPr>
            </a:lvl3pPr>
            <a:lvl4pPr marL="1371600" indent="0">
              <a:buFontTx/>
              <a:buNone/>
              <a:defRPr sz="2600" b="1" i="0">
                <a:latin typeface="Bahnschrift Light" panose="020B0502040204020203" pitchFamily="34" charset="0"/>
              </a:defRPr>
            </a:lvl4pPr>
            <a:lvl5pPr marL="1828800" indent="0">
              <a:buFontTx/>
              <a:buNone/>
              <a:defRPr sz="2600" b="1" i="0">
                <a:latin typeface="Bahnschrift Light" panose="020B0502040204020203" pitchFamily="34" charset="0"/>
              </a:defRPr>
            </a:lvl5pPr>
          </a:lstStyle>
          <a:p>
            <a:pPr lvl="0"/>
            <a:r>
              <a:rPr lang="en-GB" dirty="0"/>
              <a:t>Title</a:t>
            </a:r>
          </a:p>
        </p:txBody>
      </p:sp>
      <p:sp>
        <p:nvSpPr>
          <p:cNvPr id="12" name="Rounded Rectangle 11">
            <a:extLst>
              <a:ext uri="{FF2B5EF4-FFF2-40B4-BE49-F238E27FC236}">
                <a16:creationId xmlns:a16="http://schemas.microsoft.com/office/drawing/2014/main" id="{FDE19D3E-5C55-68FC-8CAE-50D92E1DA14E}"/>
              </a:ext>
            </a:extLst>
          </p:cNvPr>
          <p:cNvSpPr/>
          <p:nvPr userDrawn="1"/>
        </p:nvSpPr>
        <p:spPr>
          <a:xfrm>
            <a:off x="1735402" y="1501630"/>
            <a:ext cx="499011" cy="514285"/>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13" name="Content Placeholder 2">
            <a:extLst>
              <a:ext uri="{FF2B5EF4-FFF2-40B4-BE49-F238E27FC236}">
                <a16:creationId xmlns:a16="http://schemas.microsoft.com/office/drawing/2014/main" id="{1DD2E7EA-E4B7-9EC9-5216-E29BEEBD4D29}"/>
              </a:ext>
            </a:extLst>
          </p:cNvPr>
          <p:cNvSpPr>
            <a:spLocks noGrp="1"/>
          </p:cNvSpPr>
          <p:nvPr>
            <p:ph idx="22" hasCustomPrompt="1"/>
          </p:nvPr>
        </p:nvSpPr>
        <p:spPr>
          <a:xfrm>
            <a:off x="1763602" y="1607405"/>
            <a:ext cx="420427" cy="325135"/>
          </a:xfrm>
        </p:spPr>
        <p:txBody>
          <a:bodyPr/>
          <a:lstStyle>
            <a:lvl1pPr algn="ctr">
              <a:defRPr sz="2000" b="0" i="0">
                <a:solidFill>
                  <a:schemeClr val="tx1"/>
                </a:solidFill>
                <a:latin typeface="All Round Gothic Medium" panose="020B0603020202020104" pitchFamily="34" charset="77"/>
                <a:cs typeface="All Round Gothic Medium" panose="020B0603020202020104" pitchFamily="34" charset="77"/>
              </a:defRPr>
            </a:lvl1pPr>
            <a:lvl2pPr marL="9525" indent="0">
              <a:buNone/>
              <a:tabLst/>
              <a:defRPr/>
            </a:lvl2pPr>
            <a:lvl3pPr marL="521495" indent="-152400">
              <a:tabLst/>
              <a:defRPr/>
            </a:lvl3pPr>
            <a:lvl4pPr marL="859632" indent="-164307">
              <a:tabLst/>
              <a:defRPr/>
            </a:lvl4pPr>
            <a:lvl5pPr marL="1295400" indent="-228600">
              <a:tabLst/>
              <a:defRPr/>
            </a:lvl5pPr>
          </a:lstStyle>
          <a:p>
            <a:pPr lvl="0"/>
            <a:r>
              <a:rPr lang="en-GB" dirty="0"/>
              <a:t>01</a:t>
            </a:r>
          </a:p>
        </p:txBody>
      </p:sp>
      <p:sp>
        <p:nvSpPr>
          <p:cNvPr id="15" name="Text Placeholder 27">
            <a:extLst>
              <a:ext uri="{FF2B5EF4-FFF2-40B4-BE49-F238E27FC236}">
                <a16:creationId xmlns:a16="http://schemas.microsoft.com/office/drawing/2014/main" id="{41416ABD-C7C4-44E6-1E06-79B02D7BD5B7}"/>
              </a:ext>
            </a:extLst>
          </p:cNvPr>
          <p:cNvSpPr>
            <a:spLocks noGrp="1"/>
          </p:cNvSpPr>
          <p:nvPr>
            <p:ph type="body" sz="quarter" idx="23"/>
          </p:nvPr>
        </p:nvSpPr>
        <p:spPr>
          <a:xfrm>
            <a:off x="1710670" y="2717937"/>
            <a:ext cx="5607656" cy="5575040"/>
          </a:xfrm>
        </p:spPr>
        <p:txBody>
          <a:bodyPr>
            <a:normAutofit/>
          </a:bodyPr>
          <a:lstStyle>
            <a:lvl1pPr>
              <a:defRPr sz="1600" b="0" i="0">
                <a:latin typeface="Overused Grotesk" pitchFamily="2" charset="0"/>
              </a:defRPr>
            </a:lvl1pPr>
            <a:lvl2pPr>
              <a:defRPr sz="1600" b="0" i="0">
                <a:latin typeface="Overused Grotesk" pitchFamily="2" charset="0"/>
              </a:defRPr>
            </a:lvl2pPr>
            <a:lvl3pPr>
              <a:defRPr sz="1600" b="0" i="0">
                <a:latin typeface="Overused Grotesk" pitchFamily="2" charset="0"/>
              </a:defRPr>
            </a:lvl3pPr>
            <a:lvl4pPr>
              <a:defRPr sz="1600" b="0" i="0">
                <a:latin typeface="Overused Grotesk" pitchFamily="2" charset="0"/>
              </a:defRPr>
            </a:lvl4pPr>
            <a:lvl5pPr>
              <a:defRPr sz="16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Tree>
    <p:extLst>
      <p:ext uri="{BB962C8B-B14F-4D97-AF65-F5344CB8AC3E}">
        <p14:creationId xmlns:p14="http://schemas.microsoft.com/office/powerpoint/2010/main" val="20369391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lide with Boxes">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9092485" y="123062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8990886" y="1932540"/>
            <a:ext cx="7113085" cy="1401139"/>
          </a:xfrm>
        </p:spPr>
        <p:txBody>
          <a:bodyPr>
            <a:normAutofit/>
          </a:bodyPr>
          <a:lstStyle>
            <a:lvl1pPr>
              <a:defRPr sz="4600"/>
            </a:lvl1pPr>
          </a:lstStyle>
          <a:p>
            <a:r>
              <a:rPr lang="en-GB" dirty="0"/>
              <a:t>Click to edit Master title style</a:t>
            </a:r>
            <a:endParaRPr lang="en-BG" dirty="0"/>
          </a:p>
        </p:txBody>
      </p:sp>
      <p:pic>
        <p:nvPicPr>
          <p:cNvPr id="2" name="Group 1000005109" descr="preencoded.png">
            <a:extLst>
              <a:ext uri="{FF2B5EF4-FFF2-40B4-BE49-F238E27FC236}">
                <a16:creationId xmlns:a16="http://schemas.microsoft.com/office/drawing/2014/main" id="{F52F3B78-5921-4661-DBB4-02E878C70F24}"/>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
        <p:nvSpPr>
          <p:cNvPr id="3" name="Text Placeholder 27">
            <a:extLst>
              <a:ext uri="{FF2B5EF4-FFF2-40B4-BE49-F238E27FC236}">
                <a16:creationId xmlns:a16="http://schemas.microsoft.com/office/drawing/2014/main" id="{2D87A3B7-8C4C-DED2-22F0-70B9CEF4D835}"/>
              </a:ext>
            </a:extLst>
          </p:cNvPr>
          <p:cNvSpPr>
            <a:spLocks noGrp="1"/>
          </p:cNvSpPr>
          <p:nvPr>
            <p:ph type="body" sz="quarter" idx="18"/>
          </p:nvPr>
        </p:nvSpPr>
        <p:spPr>
          <a:xfrm>
            <a:off x="8996396" y="8292977"/>
            <a:ext cx="7515316" cy="1422524"/>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4"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9529095" y="1200687"/>
            <a:ext cx="6403027" cy="321385"/>
          </a:xfrm>
        </p:spPr>
        <p:txBody>
          <a:bodyPr anchor="ctr"/>
          <a:lstStyle/>
          <a:p>
            <a:r>
              <a:rPr lang="en-BG" dirty="0"/>
              <a:t>PLACEHOLDER TEXT</a:t>
            </a:r>
          </a:p>
        </p:txBody>
      </p:sp>
      <p:sp>
        <p:nvSpPr>
          <p:cNvPr id="6" name="Rounded Rectangle 5">
            <a:extLst>
              <a:ext uri="{FF2B5EF4-FFF2-40B4-BE49-F238E27FC236}">
                <a16:creationId xmlns:a16="http://schemas.microsoft.com/office/drawing/2014/main" id="{0EFAE032-AD88-805A-B224-2F412A511688}"/>
              </a:ext>
            </a:extLst>
          </p:cNvPr>
          <p:cNvSpPr/>
          <p:nvPr userDrawn="1"/>
        </p:nvSpPr>
        <p:spPr>
          <a:xfrm>
            <a:off x="571500" y="6754305"/>
            <a:ext cx="7124700" cy="2686050"/>
          </a:xfrm>
          <a:prstGeom prst="roundRect">
            <a:avLst>
              <a:gd name="adj" fmla="val 10025"/>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7" name="Rounded Rectangle 6">
            <a:extLst>
              <a:ext uri="{FF2B5EF4-FFF2-40B4-BE49-F238E27FC236}">
                <a16:creationId xmlns:a16="http://schemas.microsoft.com/office/drawing/2014/main" id="{61AB8506-9FC5-B52E-AA76-17FF1C678984}"/>
              </a:ext>
            </a:extLst>
          </p:cNvPr>
          <p:cNvSpPr/>
          <p:nvPr userDrawn="1"/>
        </p:nvSpPr>
        <p:spPr>
          <a:xfrm>
            <a:off x="571500" y="3657576"/>
            <a:ext cx="7124700" cy="2686050"/>
          </a:xfrm>
          <a:prstGeom prst="roundRect">
            <a:avLst>
              <a:gd name="adj" fmla="val 10025"/>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8" name="Rounded Rectangle 7">
            <a:extLst>
              <a:ext uri="{FF2B5EF4-FFF2-40B4-BE49-F238E27FC236}">
                <a16:creationId xmlns:a16="http://schemas.microsoft.com/office/drawing/2014/main" id="{6822ED11-7A99-0AA7-1219-A33DD541BB7C}"/>
              </a:ext>
            </a:extLst>
          </p:cNvPr>
          <p:cNvSpPr/>
          <p:nvPr userDrawn="1"/>
        </p:nvSpPr>
        <p:spPr>
          <a:xfrm>
            <a:off x="571500" y="571500"/>
            <a:ext cx="7124700" cy="2686050"/>
          </a:xfrm>
          <a:prstGeom prst="roundRect">
            <a:avLst>
              <a:gd name="adj" fmla="val 10025"/>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pic>
        <p:nvPicPr>
          <p:cNvPr id="9" name="Frame 2609812" descr="preencoded.png">
            <a:extLst>
              <a:ext uri="{FF2B5EF4-FFF2-40B4-BE49-F238E27FC236}">
                <a16:creationId xmlns:a16="http://schemas.microsoft.com/office/drawing/2014/main" id="{B8A1CAFF-2918-FCA2-A67A-E1AB32092A61}"/>
              </a:ext>
            </a:extLst>
          </p:cNvPr>
          <p:cNvPicPr>
            <a:picLocks noChangeAspect="1"/>
          </p:cNvPicPr>
          <p:nvPr userDrawn="1"/>
        </p:nvPicPr>
        <p:blipFill>
          <a:blip r:embed="rId5" cstate="email">
            <a:extLst>
              <a:ext uri="{28A0092B-C50C-407E-A947-70E740481C1C}">
                <a14:useLocalDpi xmlns:a14="http://schemas.microsoft.com/office/drawing/2010/main"/>
              </a:ext>
            </a:extLst>
          </a:blip>
          <a:srcRect/>
          <a:stretch/>
        </p:blipFill>
        <p:spPr>
          <a:xfrm>
            <a:off x="872590" y="4915452"/>
            <a:ext cx="6524625" cy="1133475"/>
          </a:xfrm>
          <a:prstGeom prst="rect">
            <a:avLst/>
          </a:prstGeom>
        </p:spPr>
      </p:pic>
      <p:pic>
        <p:nvPicPr>
          <p:cNvPr id="10" name="Frame 2609812" descr="preencoded.png">
            <a:extLst>
              <a:ext uri="{FF2B5EF4-FFF2-40B4-BE49-F238E27FC236}">
                <a16:creationId xmlns:a16="http://schemas.microsoft.com/office/drawing/2014/main" id="{DB786B8D-1D24-C33A-1FAC-3F0F74FCBA16}"/>
              </a:ext>
            </a:extLst>
          </p:cNvPr>
          <p:cNvPicPr>
            <a:picLocks noChangeAspect="1"/>
          </p:cNvPicPr>
          <p:nvPr userDrawn="1"/>
        </p:nvPicPr>
        <p:blipFill>
          <a:blip r:embed="rId5" cstate="email">
            <a:extLst>
              <a:ext uri="{28A0092B-C50C-407E-A947-70E740481C1C}">
                <a14:useLocalDpi xmlns:a14="http://schemas.microsoft.com/office/drawing/2010/main"/>
              </a:ext>
            </a:extLst>
          </a:blip>
          <a:srcRect/>
          <a:stretch/>
        </p:blipFill>
        <p:spPr>
          <a:xfrm>
            <a:off x="872590" y="7996151"/>
            <a:ext cx="6524625" cy="1133475"/>
          </a:xfrm>
          <a:prstGeom prst="rect">
            <a:avLst/>
          </a:prstGeom>
        </p:spPr>
      </p:pic>
      <p:sp>
        <p:nvSpPr>
          <p:cNvPr id="14" name="Content Placeholder 2">
            <a:extLst>
              <a:ext uri="{FF2B5EF4-FFF2-40B4-BE49-F238E27FC236}">
                <a16:creationId xmlns:a16="http://schemas.microsoft.com/office/drawing/2014/main" id="{7F5841DC-3C03-B9E0-8999-1FEF022447B6}"/>
              </a:ext>
            </a:extLst>
          </p:cNvPr>
          <p:cNvSpPr>
            <a:spLocks noGrp="1"/>
          </p:cNvSpPr>
          <p:nvPr>
            <p:ph idx="17" hasCustomPrompt="1"/>
          </p:nvPr>
        </p:nvSpPr>
        <p:spPr>
          <a:xfrm>
            <a:off x="878748" y="1613039"/>
            <a:ext cx="6510204" cy="468404"/>
          </a:xfrm>
        </p:spPr>
        <p:txBody>
          <a:bodyPr/>
          <a:lstStyle>
            <a:lvl1pPr>
              <a:defRPr sz="2600" b="0" i="0">
                <a:solidFill>
                  <a:schemeClr val="tx1"/>
                </a:solidFill>
                <a:latin typeface="All Round Gothic Medium" panose="020B0603020202020104" pitchFamily="34" charset="77"/>
                <a:cs typeface="Overused Grotesk" pitchFamily="2" charset="0"/>
              </a:defRPr>
            </a:lvl1pPr>
            <a:lvl2pPr marL="9525" indent="0">
              <a:buNone/>
              <a:tabLst/>
              <a:defRPr/>
            </a:lvl2pPr>
            <a:lvl3pPr marL="521495" indent="-152400">
              <a:tabLst/>
              <a:defRPr/>
            </a:lvl3pPr>
            <a:lvl4pPr marL="859632" indent="-164307">
              <a:tabLst/>
              <a:defRPr/>
            </a:lvl4pPr>
            <a:lvl5pPr marL="1295400" indent="-228600">
              <a:tabLst/>
              <a:defRPr/>
            </a:lvl5pPr>
          </a:lstStyle>
          <a:p>
            <a:pPr lvl="0"/>
            <a:r>
              <a:rPr lang="en-GB" dirty="0"/>
              <a:t>Headline</a:t>
            </a:r>
          </a:p>
        </p:txBody>
      </p:sp>
      <p:sp>
        <p:nvSpPr>
          <p:cNvPr id="15" name="Content Placeholder 2">
            <a:extLst>
              <a:ext uri="{FF2B5EF4-FFF2-40B4-BE49-F238E27FC236}">
                <a16:creationId xmlns:a16="http://schemas.microsoft.com/office/drawing/2014/main" id="{F088A05A-7E78-2418-3ACB-1F64CCA12924}"/>
              </a:ext>
            </a:extLst>
          </p:cNvPr>
          <p:cNvSpPr>
            <a:spLocks noGrp="1"/>
          </p:cNvSpPr>
          <p:nvPr>
            <p:ph idx="19" hasCustomPrompt="1"/>
          </p:nvPr>
        </p:nvSpPr>
        <p:spPr>
          <a:xfrm>
            <a:off x="878748" y="4674290"/>
            <a:ext cx="6510204" cy="484003"/>
          </a:xfrm>
        </p:spPr>
        <p:txBody>
          <a:bodyPr/>
          <a:lstStyle>
            <a:lvl1pPr>
              <a:defRPr sz="2600" b="0" i="0">
                <a:solidFill>
                  <a:schemeClr val="tx1"/>
                </a:solidFill>
                <a:latin typeface="All Round Gothic Medium" panose="020B0603020202020104" pitchFamily="34" charset="77"/>
                <a:cs typeface="Overused Grotesk" pitchFamily="2" charset="0"/>
              </a:defRPr>
            </a:lvl1pPr>
            <a:lvl2pPr marL="9525" indent="0">
              <a:buNone/>
              <a:tabLst/>
              <a:defRPr/>
            </a:lvl2pPr>
            <a:lvl3pPr marL="521495" indent="-152400">
              <a:tabLst/>
              <a:defRPr/>
            </a:lvl3pPr>
            <a:lvl4pPr marL="859632" indent="-164307">
              <a:tabLst/>
              <a:defRPr/>
            </a:lvl4pPr>
            <a:lvl5pPr marL="1295400" indent="-228600">
              <a:tabLst/>
              <a:defRPr/>
            </a:lvl5pPr>
          </a:lstStyle>
          <a:p>
            <a:pPr lvl="0"/>
            <a:r>
              <a:rPr lang="en-GB" dirty="0"/>
              <a:t>Headline</a:t>
            </a:r>
          </a:p>
        </p:txBody>
      </p:sp>
      <p:sp>
        <p:nvSpPr>
          <p:cNvPr id="17" name="Content Placeholder 2">
            <a:extLst>
              <a:ext uri="{FF2B5EF4-FFF2-40B4-BE49-F238E27FC236}">
                <a16:creationId xmlns:a16="http://schemas.microsoft.com/office/drawing/2014/main" id="{4F0EB50E-3D07-65C5-5CAB-055DC1805DFD}"/>
              </a:ext>
            </a:extLst>
          </p:cNvPr>
          <p:cNvSpPr>
            <a:spLocks noGrp="1"/>
          </p:cNvSpPr>
          <p:nvPr>
            <p:ph idx="20" hasCustomPrompt="1"/>
          </p:nvPr>
        </p:nvSpPr>
        <p:spPr>
          <a:xfrm>
            <a:off x="878748" y="7755421"/>
            <a:ext cx="6510204" cy="468403"/>
          </a:xfrm>
        </p:spPr>
        <p:txBody>
          <a:bodyPr/>
          <a:lstStyle>
            <a:lvl1pPr>
              <a:defRPr sz="2600" b="0" i="0">
                <a:solidFill>
                  <a:schemeClr val="tx1"/>
                </a:solidFill>
                <a:latin typeface="All Round Gothic Medium" panose="020B0603020202020104" pitchFamily="34" charset="77"/>
                <a:cs typeface="Overused Grotesk" pitchFamily="2" charset="0"/>
              </a:defRPr>
            </a:lvl1pPr>
            <a:lvl2pPr marL="9525" indent="0">
              <a:buNone/>
              <a:tabLst/>
              <a:defRPr/>
            </a:lvl2pPr>
            <a:lvl3pPr marL="521495" indent="-152400">
              <a:tabLst/>
              <a:defRPr/>
            </a:lvl3pPr>
            <a:lvl4pPr marL="859632" indent="-164307">
              <a:tabLst/>
              <a:defRPr/>
            </a:lvl4pPr>
            <a:lvl5pPr marL="1295400" indent="-228600">
              <a:tabLst/>
              <a:defRPr/>
            </a:lvl5pPr>
          </a:lstStyle>
          <a:p>
            <a:pPr lvl="0"/>
            <a:r>
              <a:rPr lang="en-GB" dirty="0"/>
              <a:t>Headline</a:t>
            </a:r>
          </a:p>
        </p:txBody>
      </p:sp>
      <p:sp>
        <p:nvSpPr>
          <p:cNvPr id="18" name="Rounded Rectangle 17">
            <a:extLst>
              <a:ext uri="{FF2B5EF4-FFF2-40B4-BE49-F238E27FC236}">
                <a16:creationId xmlns:a16="http://schemas.microsoft.com/office/drawing/2014/main" id="{D396F41F-3443-FCEF-CFE7-FC2AA972E018}"/>
              </a:ext>
            </a:extLst>
          </p:cNvPr>
          <p:cNvSpPr/>
          <p:nvPr userDrawn="1"/>
        </p:nvSpPr>
        <p:spPr>
          <a:xfrm>
            <a:off x="872589" y="3970751"/>
            <a:ext cx="499011" cy="514285"/>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19" name="Content Placeholder 2">
            <a:extLst>
              <a:ext uri="{FF2B5EF4-FFF2-40B4-BE49-F238E27FC236}">
                <a16:creationId xmlns:a16="http://schemas.microsoft.com/office/drawing/2014/main" id="{FC3D0C04-1979-75F1-20D5-F444D54009BF}"/>
              </a:ext>
            </a:extLst>
          </p:cNvPr>
          <p:cNvSpPr>
            <a:spLocks noGrp="1"/>
          </p:cNvSpPr>
          <p:nvPr>
            <p:ph idx="21" hasCustomPrompt="1"/>
          </p:nvPr>
        </p:nvSpPr>
        <p:spPr>
          <a:xfrm>
            <a:off x="871605" y="4076526"/>
            <a:ext cx="499011" cy="325135"/>
          </a:xfrm>
        </p:spPr>
        <p:txBody>
          <a:bodyPr/>
          <a:lstStyle>
            <a:lvl1pPr algn="ctr">
              <a:defRPr sz="2000" b="0" i="0">
                <a:solidFill>
                  <a:schemeClr val="tx1"/>
                </a:solidFill>
                <a:latin typeface="All Round Gothic Medium" panose="020B0603020202020104" pitchFamily="34" charset="77"/>
                <a:cs typeface="All Round Gothic Medium" panose="020B0603020202020104" pitchFamily="34" charset="77"/>
              </a:defRPr>
            </a:lvl1pPr>
            <a:lvl2pPr marL="9525" indent="0">
              <a:buNone/>
              <a:tabLst/>
              <a:defRPr/>
            </a:lvl2pPr>
            <a:lvl3pPr marL="521495" indent="-152400">
              <a:tabLst/>
              <a:defRPr/>
            </a:lvl3pPr>
            <a:lvl4pPr marL="859632" indent="-164307">
              <a:tabLst/>
              <a:defRPr/>
            </a:lvl4pPr>
            <a:lvl5pPr marL="1295400" indent="-228600">
              <a:tabLst/>
              <a:defRPr/>
            </a:lvl5pPr>
          </a:lstStyle>
          <a:p>
            <a:pPr lvl="0"/>
            <a:r>
              <a:rPr lang="en-GB" dirty="0"/>
              <a:t>02</a:t>
            </a:r>
          </a:p>
        </p:txBody>
      </p:sp>
      <p:sp>
        <p:nvSpPr>
          <p:cNvPr id="20" name="Rounded Rectangle 19">
            <a:extLst>
              <a:ext uri="{FF2B5EF4-FFF2-40B4-BE49-F238E27FC236}">
                <a16:creationId xmlns:a16="http://schemas.microsoft.com/office/drawing/2014/main" id="{C98246B8-DC0F-2E06-BACE-4983068A126F}"/>
              </a:ext>
            </a:extLst>
          </p:cNvPr>
          <p:cNvSpPr/>
          <p:nvPr userDrawn="1"/>
        </p:nvSpPr>
        <p:spPr>
          <a:xfrm>
            <a:off x="872589" y="892464"/>
            <a:ext cx="499011" cy="514285"/>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21" name="Content Placeholder 2">
            <a:extLst>
              <a:ext uri="{FF2B5EF4-FFF2-40B4-BE49-F238E27FC236}">
                <a16:creationId xmlns:a16="http://schemas.microsoft.com/office/drawing/2014/main" id="{B9BD0E33-FD8C-B306-CFB2-13C07AF67D97}"/>
              </a:ext>
            </a:extLst>
          </p:cNvPr>
          <p:cNvSpPr>
            <a:spLocks noGrp="1"/>
          </p:cNvSpPr>
          <p:nvPr>
            <p:ph idx="22" hasCustomPrompt="1"/>
          </p:nvPr>
        </p:nvSpPr>
        <p:spPr>
          <a:xfrm>
            <a:off x="900789" y="998239"/>
            <a:ext cx="420427" cy="325135"/>
          </a:xfrm>
        </p:spPr>
        <p:txBody>
          <a:bodyPr/>
          <a:lstStyle>
            <a:lvl1pPr algn="ctr">
              <a:defRPr sz="2000" b="0" i="0">
                <a:solidFill>
                  <a:schemeClr val="tx1"/>
                </a:solidFill>
                <a:latin typeface="All Round Gothic Medium" panose="020B0603020202020104" pitchFamily="34" charset="77"/>
                <a:cs typeface="All Round Gothic Medium" panose="020B0603020202020104" pitchFamily="34" charset="77"/>
              </a:defRPr>
            </a:lvl1pPr>
            <a:lvl2pPr marL="9525" indent="0">
              <a:buNone/>
              <a:tabLst/>
              <a:defRPr/>
            </a:lvl2pPr>
            <a:lvl3pPr marL="521495" indent="-152400">
              <a:tabLst/>
              <a:defRPr/>
            </a:lvl3pPr>
            <a:lvl4pPr marL="859632" indent="-164307">
              <a:tabLst/>
              <a:defRPr/>
            </a:lvl4pPr>
            <a:lvl5pPr marL="1295400" indent="-228600">
              <a:tabLst/>
              <a:defRPr/>
            </a:lvl5pPr>
          </a:lstStyle>
          <a:p>
            <a:pPr lvl="0"/>
            <a:r>
              <a:rPr lang="en-GB" dirty="0"/>
              <a:t>01</a:t>
            </a:r>
          </a:p>
        </p:txBody>
      </p:sp>
      <p:sp>
        <p:nvSpPr>
          <p:cNvPr id="22" name="Rounded Rectangle 21">
            <a:extLst>
              <a:ext uri="{FF2B5EF4-FFF2-40B4-BE49-F238E27FC236}">
                <a16:creationId xmlns:a16="http://schemas.microsoft.com/office/drawing/2014/main" id="{177770FE-2AF5-7A0E-1ACD-F19F42D3CB16}"/>
              </a:ext>
            </a:extLst>
          </p:cNvPr>
          <p:cNvSpPr/>
          <p:nvPr userDrawn="1"/>
        </p:nvSpPr>
        <p:spPr>
          <a:xfrm>
            <a:off x="872589" y="7049660"/>
            <a:ext cx="499011" cy="514285"/>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23" name="Content Placeholder 2">
            <a:extLst>
              <a:ext uri="{FF2B5EF4-FFF2-40B4-BE49-F238E27FC236}">
                <a16:creationId xmlns:a16="http://schemas.microsoft.com/office/drawing/2014/main" id="{4D300505-1229-E7BE-8804-1F08FC7EEC4B}"/>
              </a:ext>
            </a:extLst>
          </p:cNvPr>
          <p:cNvSpPr>
            <a:spLocks noGrp="1"/>
          </p:cNvSpPr>
          <p:nvPr>
            <p:ph idx="23" hasCustomPrompt="1"/>
          </p:nvPr>
        </p:nvSpPr>
        <p:spPr>
          <a:xfrm>
            <a:off x="871606" y="7155435"/>
            <a:ext cx="499010" cy="325135"/>
          </a:xfrm>
        </p:spPr>
        <p:txBody>
          <a:bodyPr/>
          <a:lstStyle>
            <a:lvl1pPr algn="ctr">
              <a:defRPr sz="2000" b="0" i="0">
                <a:solidFill>
                  <a:schemeClr val="tx1"/>
                </a:solidFill>
                <a:latin typeface="All Round Gothic Medium" panose="020B0603020202020104" pitchFamily="34" charset="77"/>
                <a:cs typeface="All Round Gothic Medium" panose="020B0603020202020104" pitchFamily="34" charset="77"/>
              </a:defRPr>
            </a:lvl1pPr>
            <a:lvl2pPr marL="9525" indent="0">
              <a:buNone/>
              <a:tabLst/>
              <a:defRPr/>
            </a:lvl2pPr>
            <a:lvl3pPr marL="521495" indent="-152400">
              <a:tabLst/>
              <a:defRPr/>
            </a:lvl3pPr>
            <a:lvl4pPr marL="859632" indent="-164307">
              <a:tabLst/>
              <a:defRPr/>
            </a:lvl4pPr>
            <a:lvl5pPr marL="1295400" indent="-228600">
              <a:tabLst/>
              <a:defRPr/>
            </a:lvl5pPr>
          </a:lstStyle>
          <a:p>
            <a:pPr lvl="0"/>
            <a:r>
              <a:rPr lang="en-GB" dirty="0"/>
              <a:t>03</a:t>
            </a:r>
          </a:p>
        </p:txBody>
      </p:sp>
      <p:sp>
        <p:nvSpPr>
          <p:cNvPr id="29" name="Text Placeholder 27">
            <a:extLst>
              <a:ext uri="{FF2B5EF4-FFF2-40B4-BE49-F238E27FC236}">
                <a16:creationId xmlns:a16="http://schemas.microsoft.com/office/drawing/2014/main" id="{0150DEC7-3457-C1CE-907E-0C6D3830C225}"/>
              </a:ext>
            </a:extLst>
          </p:cNvPr>
          <p:cNvSpPr>
            <a:spLocks noGrp="1"/>
          </p:cNvSpPr>
          <p:nvPr>
            <p:ph type="body" sz="quarter" idx="24"/>
          </p:nvPr>
        </p:nvSpPr>
        <p:spPr>
          <a:xfrm>
            <a:off x="886066" y="2130715"/>
            <a:ext cx="6531027" cy="1078223"/>
          </a:xfrm>
        </p:spPr>
        <p:txBody>
          <a:bodyPr>
            <a:noAutofit/>
          </a:bodyPr>
          <a:lstStyle>
            <a:lvl1pPr>
              <a:defRPr sz="1600" b="0" i="0">
                <a:latin typeface="Overused Grotesk" pitchFamily="2" charset="0"/>
              </a:defRPr>
            </a:lvl1pPr>
            <a:lvl2pPr marL="0" indent="0">
              <a:buNone/>
              <a:defRPr sz="1600" b="0" i="0">
                <a:latin typeface="Overused Grotesk" pitchFamily="2" charset="0"/>
              </a:defRPr>
            </a:lvl2pPr>
            <a:lvl3pPr>
              <a:defRPr sz="1600" b="0" i="0">
                <a:latin typeface="+mn-lt"/>
              </a:defRPr>
            </a:lvl3pPr>
            <a:lvl4pPr>
              <a:defRPr sz="1600" b="0" i="0">
                <a:latin typeface="+mn-lt"/>
              </a:defRPr>
            </a:lvl4pPr>
            <a:lvl5pPr>
              <a:defRPr sz="1600" b="0" i="0">
                <a:latin typeface="+mn-lt"/>
              </a:defRPr>
            </a:lvl5pPr>
          </a:lstStyle>
          <a:p>
            <a:pPr lvl="0"/>
            <a:r>
              <a:rPr lang="en-GB" dirty="0"/>
              <a:t>Click to edit Master text styles</a:t>
            </a:r>
          </a:p>
          <a:p>
            <a:pPr lvl="1"/>
            <a:endParaRPr lang="en-BG" dirty="0"/>
          </a:p>
        </p:txBody>
      </p:sp>
      <p:sp>
        <p:nvSpPr>
          <p:cNvPr id="31" name="Text Placeholder 27">
            <a:extLst>
              <a:ext uri="{FF2B5EF4-FFF2-40B4-BE49-F238E27FC236}">
                <a16:creationId xmlns:a16="http://schemas.microsoft.com/office/drawing/2014/main" id="{EF73EFD8-AFB0-683F-78F3-2AEACCDC1880}"/>
              </a:ext>
            </a:extLst>
          </p:cNvPr>
          <p:cNvSpPr>
            <a:spLocks noGrp="1"/>
          </p:cNvSpPr>
          <p:nvPr>
            <p:ph type="body" sz="quarter" idx="25"/>
          </p:nvPr>
        </p:nvSpPr>
        <p:spPr>
          <a:xfrm>
            <a:off x="886066" y="5211846"/>
            <a:ext cx="6531027" cy="1078223"/>
          </a:xfrm>
        </p:spPr>
        <p:txBody>
          <a:bodyPr>
            <a:noAutofit/>
          </a:bodyPr>
          <a:lstStyle>
            <a:lvl1pPr>
              <a:defRPr sz="1600" b="0" i="0">
                <a:latin typeface="Overused Grotesk" pitchFamily="2" charset="0"/>
              </a:defRPr>
            </a:lvl1pPr>
            <a:lvl2pPr marL="0" indent="0">
              <a:buNone/>
              <a:defRPr sz="1600" b="0" i="0">
                <a:latin typeface="Overused Grotesk" pitchFamily="2" charset="0"/>
              </a:defRPr>
            </a:lvl2pPr>
            <a:lvl3pPr>
              <a:defRPr sz="1600" b="0" i="0">
                <a:latin typeface="+mn-lt"/>
              </a:defRPr>
            </a:lvl3pPr>
            <a:lvl4pPr>
              <a:defRPr sz="1600" b="0" i="0">
                <a:latin typeface="+mn-lt"/>
              </a:defRPr>
            </a:lvl4pPr>
            <a:lvl5pPr>
              <a:defRPr sz="1600" b="0" i="0">
                <a:latin typeface="+mn-lt"/>
              </a:defRPr>
            </a:lvl5pPr>
          </a:lstStyle>
          <a:p>
            <a:pPr lvl="0"/>
            <a:r>
              <a:rPr lang="en-GB" dirty="0"/>
              <a:t>Click to edit Master text styles</a:t>
            </a:r>
          </a:p>
          <a:p>
            <a:pPr lvl="1"/>
            <a:endParaRPr lang="en-BG" dirty="0"/>
          </a:p>
        </p:txBody>
      </p:sp>
      <p:sp>
        <p:nvSpPr>
          <p:cNvPr id="33" name="Text Placeholder 27">
            <a:extLst>
              <a:ext uri="{FF2B5EF4-FFF2-40B4-BE49-F238E27FC236}">
                <a16:creationId xmlns:a16="http://schemas.microsoft.com/office/drawing/2014/main" id="{6B01D364-2E6D-66C6-F214-23374FD31036}"/>
              </a:ext>
            </a:extLst>
          </p:cNvPr>
          <p:cNvSpPr>
            <a:spLocks noGrp="1"/>
          </p:cNvSpPr>
          <p:nvPr>
            <p:ph type="body" sz="quarter" idx="26"/>
          </p:nvPr>
        </p:nvSpPr>
        <p:spPr>
          <a:xfrm>
            <a:off x="886066" y="8273099"/>
            <a:ext cx="6531027" cy="1078223"/>
          </a:xfrm>
        </p:spPr>
        <p:txBody>
          <a:bodyPr>
            <a:noAutofit/>
          </a:bodyPr>
          <a:lstStyle>
            <a:lvl1pPr>
              <a:defRPr sz="1600" b="0" i="0">
                <a:latin typeface="Overused Grotesk" pitchFamily="2" charset="0"/>
              </a:defRPr>
            </a:lvl1pPr>
            <a:lvl2pPr marL="0" indent="0">
              <a:buNone/>
              <a:defRPr sz="1600" b="0" i="0">
                <a:latin typeface="Overused Grotesk" pitchFamily="2" charset="0"/>
              </a:defRPr>
            </a:lvl2pPr>
            <a:lvl3pPr>
              <a:defRPr sz="1600" b="0" i="0">
                <a:latin typeface="+mn-lt"/>
              </a:defRPr>
            </a:lvl3pPr>
            <a:lvl4pPr>
              <a:defRPr sz="1600" b="0" i="0">
                <a:latin typeface="+mn-lt"/>
              </a:defRPr>
            </a:lvl4pPr>
            <a:lvl5pPr>
              <a:defRPr sz="1600" b="0" i="0">
                <a:latin typeface="+mn-lt"/>
              </a:defRPr>
            </a:lvl5pPr>
          </a:lstStyle>
          <a:p>
            <a:pPr lvl="0"/>
            <a:r>
              <a:rPr lang="en-GB" dirty="0"/>
              <a:t>Click to edit Master text styles</a:t>
            </a:r>
          </a:p>
          <a:p>
            <a:pPr lvl="1"/>
            <a:endParaRPr lang="en-BG" dirty="0"/>
          </a:p>
        </p:txBody>
      </p:sp>
    </p:spTree>
    <p:extLst>
      <p:ext uri="{BB962C8B-B14F-4D97-AF65-F5344CB8AC3E}">
        <p14:creationId xmlns:p14="http://schemas.microsoft.com/office/powerpoint/2010/main" val="14991011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 with a Person">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9092485" y="1230623"/>
            <a:ext cx="428625" cy="228600"/>
          </a:xfrm>
          <a:prstGeom prst="rect">
            <a:avLst/>
          </a:prstGeom>
        </p:spPr>
      </p:pic>
      <p:pic>
        <p:nvPicPr>
          <p:cNvPr id="2" name="Group 1000005109" descr="preencoded.png">
            <a:extLst>
              <a:ext uri="{FF2B5EF4-FFF2-40B4-BE49-F238E27FC236}">
                <a16:creationId xmlns:a16="http://schemas.microsoft.com/office/drawing/2014/main" id="{F52F3B78-5921-4661-DBB4-02E878C70F24}"/>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4"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8" name="Picture Placeholder 29">
            <a:extLst>
              <a:ext uri="{FF2B5EF4-FFF2-40B4-BE49-F238E27FC236}">
                <a16:creationId xmlns:a16="http://schemas.microsoft.com/office/drawing/2014/main" id="{994A773C-6252-582D-41DB-EFEF9A149A8F}"/>
              </a:ext>
            </a:extLst>
          </p:cNvPr>
          <p:cNvSpPr>
            <a:spLocks noGrp="1"/>
          </p:cNvSpPr>
          <p:nvPr>
            <p:ph type="pic" sz="quarter" idx="15"/>
          </p:nvPr>
        </p:nvSpPr>
        <p:spPr>
          <a:xfrm>
            <a:off x="587815" y="1202616"/>
            <a:ext cx="7679885" cy="7922334"/>
          </a:xfrm>
          <a:custGeom>
            <a:avLst/>
            <a:gdLst>
              <a:gd name="connsiteX0" fmla="*/ 238215 w 7726452"/>
              <a:gd name="connsiteY0" fmla="*/ 144 h 7922334"/>
              <a:gd name="connsiteX1" fmla="*/ 3863226 w 7726452"/>
              <a:gd name="connsiteY1" fmla="*/ 145085 h 7922334"/>
              <a:gd name="connsiteX2" fmla="*/ 7488237 w 7726452"/>
              <a:gd name="connsiteY2" fmla="*/ 144 h 7922334"/>
              <a:gd name="connsiteX3" fmla="*/ 7725805 w 7726452"/>
              <a:gd name="connsiteY3" fmla="*/ 318150 h 7922334"/>
              <a:gd name="connsiteX4" fmla="*/ 7505086 w 7726452"/>
              <a:gd name="connsiteY4" fmla="*/ 3938452 h 7922334"/>
              <a:gd name="connsiteX5" fmla="*/ 7505086 w 7726452"/>
              <a:gd name="connsiteY5" fmla="*/ 3983882 h 7922334"/>
              <a:gd name="connsiteX6" fmla="*/ 7725805 w 7726452"/>
              <a:gd name="connsiteY6" fmla="*/ 7604184 h 7922334"/>
              <a:gd name="connsiteX7" fmla="*/ 7488237 w 7726452"/>
              <a:gd name="connsiteY7" fmla="*/ 7922191 h 7922334"/>
              <a:gd name="connsiteX8" fmla="*/ 3863226 w 7726452"/>
              <a:gd name="connsiteY8" fmla="*/ 7777249 h 7922334"/>
              <a:gd name="connsiteX9" fmla="*/ 238215 w 7726452"/>
              <a:gd name="connsiteY9" fmla="*/ 7922191 h 7922334"/>
              <a:gd name="connsiteX10" fmla="*/ 648 w 7726452"/>
              <a:gd name="connsiteY10" fmla="*/ 7604184 h 7922334"/>
              <a:gd name="connsiteX11" fmla="*/ 221367 w 7726452"/>
              <a:gd name="connsiteY11" fmla="*/ 3983882 h 7922334"/>
              <a:gd name="connsiteX12" fmla="*/ 221367 w 7726452"/>
              <a:gd name="connsiteY12" fmla="*/ 3938452 h 7922334"/>
              <a:gd name="connsiteX13" fmla="*/ 648 w 7726452"/>
              <a:gd name="connsiteY13" fmla="*/ 318150 h 7922334"/>
              <a:gd name="connsiteX14" fmla="*/ 238215 w 7726452"/>
              <a:gd name="connsiteY14" fmla="*/ 144 h 7922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26452" h="7922334">
                <a:moveTo>
                  <a:pt x="238215" y="144"/>
                </a:moveTo>
                <a:lnTo>
                  <a:pt x="3863226" y="145085"/>
                </a:lnTo>
                <a:lnTo>
                  <a:pt x="7488237" y="144"/>
                </a:lnTo>
                <a:cubicBezTo>
                  <a:pt x="7624712" y="-5265"/>
                  <a:pt x="7735914" y="142922"/>
                  <a:pt x="7725805" y="318150"/>
                </a:cubicBezTo>
                <a:lnTo>
                  <a:pt x="7505086" y="3938452"/>
                </a:lnTo>
                <a:lnTo>
                  <a:pt x="7505086" y="3983882"/>
                </a:lnTo>
                <a:lnTo>
                  <a:pt x="7725805" y="7604184"/>
                </a:lnTo>
                <a:cubicBezTo>
                  <a:pt x="7735914" y="7779412"/>
                  <a:pt x="7626397" y="7927599"/>
                  <a:pt x="7488237" y="7922191"/>
                </a:cubicBezTo>
                <a:lnTo>
                  <a:pt x="3863226" y="7777249"/>
                </a:lnTo>
                <a:lnTo>
                  <a:pt x="238215" y="7922191"/>
                </a:lnTo>
                <a:cubicBezTo>
                  <a:pt x="101740" y="7927599"/>
                  <a:pt x="-9462" y="7779412"/>
                  <a:pt x="648" y="7604184"/>
                </a:cubicBezTo>
                <a:lnTo>
                  <a:pt x="221367" y="3983882"/>
                </a:lnTo>
                <a:lnTo>
                  <a:pt x="221367" y="3938452"/>
                </a:lnTo>
                <a:lnTo>
                  <a:pt x="648" y="318150"/>
                </a:lnTo>
                <a:cubicBezTo>
                  <a:pt x="-9462" y="142922"/>
                  <a:pt x="100055" y="-5265"/>
                  <a:pt x="238215" y="144"/>
                </a:cubicBezTo>
                <a:close/>
              </a:path>
            </a:pathLst>
          </a:custGeom>
        </p:spPr>
        <p:txBody>
          <a:bodyPr wrap="square">
            <a:noAutofit/>
          </a:bodyPr>
          <a:lstStyle/>
          <a:p>
            <a:endParaRPr lang="en-BG"/>
          </a:p>
        </p:txBody>
      </p:sp>
      <p:pic>
        <p:nvPicPr>
          <p:cNvPr id="9" name="Frame 2147223478" descr="preencoded.png">
            <a:extLst>
              <a:ext uri="{FF2B5EF4-FFF2-40B4-BE49-F238E27FC236}">
                <a16:creationId xmlns:a16="http://schemas.microsoft.com/office/drawing/2014/main" id="{9C7C4ECD-FD16-DB8B-6D39-A484B63BBC97}"/>
              </a:ext>
            </a:extLst>
          </p:cNvPr>
          <p:cNvPicPr/>
          <p:nvPr userDrawn="1"/>
        </p:nvPicPr>
        <p:blipFill>
          <a:blip r:embed="rId5" cstate="email">
            <a:extLst>
              <a:ext uri="{28A0092B-C50C-407E-A947-70E740481C1C}">
                <a14:useLocalDpi xmlns:a14="http://schemas.microsoft.com/office/drawing/2010/main"/>
              </a:ext>
            </a:extLst>
          </a:blip>
          <a:srcRect/>
          <a:stretch/>
        </p:blipFill>
        <p:spPr>
          <a:xfrm>
            <a:off x="571500" y="1217667"/>
            <a:ext cx="7696200" cy="7924216"/>
          </a:xfrm>
          <a:prstGeom prst="rect">
            <a:avLst/>
          </a:prstGeom>
        </p:spPr>
      </p:pic>
      <p:sp>
        <p:nvSpPr>
          <p:cNvPr id="10" name="Text Placeholder 10">
            <a:extLst>
              <a:ext uri="{FF2B5EF4-FFF2-40B4-BE49-F238E27FC236}">
                <a16:creationId xmlns:a16="http://schemas.microsoft.com/office/drawing/2014/main" id="{CE4D7686-5312-C8B9-D3B3-0E7B145BDC13}"/>
              </a:ext>
            </a:extLst>
          </p:cNvPr>
          <p:cNvSpPr>
            <a:spLocks noGrp="1"/>
          </p:cNvSpPr>
          <p:nvPr>
            <p:ph type="body" sz="quarter" idx="16" hasCustomPrompt="1"/>
          </p:nvPr>
        </p:nvSpPr>
        <p:spPr>
          <a:xfrm>
            <a:off x="9068483" y="2576244"/>
            <a:ext cx="7126016" cy="638175"/>
          </a:xfrm>
          <a:prstGeom prst="rect">
            <a:avLst/>
          </a:prstGeom>
        </p:spPr>
        <p:txBody>
          <a:bodyPr/>
          <a:lstStyle>
            <a:lvl1pPr marL="0" indent="0">
              <a:buNone/>
              <a:defRPr sz="3200" b="0" i="0">
                <a:solidFill>
                  <a:schemeClr val="bg1">
                    <a:lumMod val="50000"/>
                  </a:schemeClr>
                </a:solidFill>
                <a:latin typeface="All Round Gothic Medium" panose="020B0603020202020104" pitchFamily="34" charset="77"/>
              </a:defRPr>
            </a:lvl1pPr>
            <a:lvl2pPr marL="457200" indent="0">
              <a:buNone/>
              <a:defRPr sz="4300" b="0" i="0">
                <a:latin typeface="Bahnschrift" panose="020B0502040204020203" pitchFamily="34" charset="0"/>
              </a:defRPr>
            </a:lvl2pPr>
            <a:lvl3pPr marL="914400" indent="0">
              <a:buNone/>
              <a:defRPr sz="4300" b="0" i="0">
                <a:latin typeface="Bahnschrift" panose="020B0502040204020203" pitchFamily="34" charset="0"/>
              </a:defRPr>
            </a:lvl3pPr>
            <a:lvl4pPr marL="1371600" indent="0">
              <a:buNone/>
              <a:defRPr sz="4300" b="0" i="0">
                <a:latin typeface="Bahnschrift" panose="020B0502040204020203" pitchFamily="34" charset="0"/>
              </a:defRPr>
            </a:lvl4pPr>
            <a:lvl5pPr marL="1828800" indent="0">
              <a:buNone/>
              <a:defRPr sz="4300" b="0" i="0">
                <a:latin typeface="Bahnschrift" panose="020B0502040204020203" pitchFamily="34" charset="0"/>
              </a:defRPr>
            </a:lvl5pPr>
          </a:lstStyle>
          <a:p>
            <a:pPr lvl="0"/>
            <a:r>
              <a:rPr lang="en-GB" dirty="0"/>
              <a:t>Position</a:t>
            </a:r>
            <a:endParaRPr lang="en-BG" dirty="0"/>
          </a:p>
        </p:txBody>
      </p:sp>
      <p:sp>
        <p:nvSpPr>
          <p:cNvPr id="11" name="Title 24">
            <a:extLst>
              <a:ext uri="{FF2B5EF4-FFF2-40B4-BE49-F238E27FC236}">
                <a16:creationId xmlns:a16="http://schemas.microsoft.com/office/drawing/2014/main" id="{EF69C08F-56F7-3601-6378-C511BC29B8DF}"/>
              </a:ext>
            </a:extLst>
          </p:cNvPr>
          <p:cNvSpPr>
            <a:spLocks noGrp="1"/>
          </p:cNvSpPr>
          <p:nvPr>
            <p:ph type="title" hasCustomPrompt="1"/>
          </p:nvPr>
        </p:nvSpPr>
        <p:spPr>
          <a:xfrm>
            <a:off x="9066477" y="1805182"/>
            <a:ext cx="7113085" cy="595393"/>
          </a:xfrm>
        </p:spPr>
        <p:txBody>
          <a:bodyPr>
            <a:normAutofit/>
          </a:bodyPr>
          <a:lstStyle>
            <a:lvl1pPr>
              <a:defRPr sz="4600" b="1" i="0">
                <a:latin typeface="Aptos SemiBold" panose="020B0004020202020204" pitchFamily="34" charset="0"/>
              </a:defRPr>
            </a:lvl1pPr>
          </a:lstStyle>
          <a:p>
            <a:r>
              <a:rPr lang="en-BG" dirty="0"/>
              <a:t>NAME SURNAME</a:t>
            </a:r>
          </a:p>
        </p:txBody>
      </p:sp>
      <p:sp>
        <p:nvSpPr>
          <p:cNvPr id="12" name="Text Placeholder 27">
            <a:extLst>
              <a:ext uri="{FF2B5EF4-FFF2-40B4-BE49-F238E27FC236}">
                <a16:creationId xmlns:a16="http://schemas.microsoft.com/office/drawing/2014/main" id="{73678D70-F2D8-3CEC-8BA3-409F2D00F107}"/>
              </a:ext>
            </a:extLst>
          </p:cNvPr>
          <p:cNvSpPr>
            <a:spLocks noGrp="1"/>
          </p:cNvSpPr>
          <p:nvPr>
            <p:ph type="body" sz="quarter" idx="18"/>
          </p:nvPr>
        </p:nvSpPr>
        <p:spPr>
          <a:xfrm>
            <a:off x="9053546" y="3856879"/>
            <a:ext cx="7126016" cy="1422524"/>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
        <p:nvSpPr>
          <p:cNvPr id="13" name="Text Placeholder 8">
            <a:extLst>
              <a:ext uri="{FF2B5EF4-FFF2-40B4-BE49-F238E27FC236}">
                <a16:creationId xmlns:a16="http://schemas.microsoft.com/office/drawing/2014/main" id="{A1A040B0-BFA3-6BA3-4F7E-995B515528D6}"/>
              </a:ext>
            </a:extLst>
          </p:cNvPr>
          <p:cNvSpPr>
            <a:spLocks noGrp="1"/>
          </p:cNvSpPr>
          <p:nvPr>
            <p:ph type="body" sz="quarter" idx="10" hasCustomPrompt="1"/>
          </p:nvPr>
        </p:nvSpPr>
        <p:spPr>
          <a:xfrm>
            <a:off x="9529095" y="1200687"/>
            <a:ext cx="6650467" cy="321385"/>
          </a:xfrm>
        </p:spPr>
        <p:txBody>
          <a:bodyPr anchor="ctr"/>
          <a:lstStyle/>
          <a:p>
            <a:r>
              <a:rPr lang="en-BG" dirty="0"/>
              <a:t>PLACEHOLDER TEXT</a:t>
            </a:r>
          </a:p>
        </p:txBody>
      </p:sp>
    </p:spTree>
    <p:extLst>
      <p:ext uri="{BB962C8B-B14F-4D97-AF65-F5344CB8AC3E}">
        <p14:creationId xmlns:p14="http://schemas.microsoft.com/office/powerpoint/2010/main" val="23209932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lide with Background and Boxes ">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2AAB2A-33E3-FCA6-10AC-7BF047F54A8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8288000" cy="10643616"/>
          </a:xfrm>
          <a:prstGeom prst="rect">
            <a:avLst/>
          </a:prstGeom>
        </p:spPr>
      </p:pic>
      <p:pic>
        <p:nvPicPr>
          <p:cNvPr id="6" name="Group 1" descr="preencoded.png">
            <a:extLst>
              <a:ext uri="{FF2B5EF4-FFF2-40B4-BE49-F238E27FC236}">
                <a16:creationId xmlns:a16="http://schemas.microsoft.com/office/drawing/2014/main" id="{D0765D1C-54AA-EB95-47D9-B82A9BBB2E61}"/>
              </a:ext>
            </a:extLst>
          </p:cNvPr>
          <p:cNvPicPr/>
          <p:nvPr userDrawn="1"/>
        </p:nvPicPr>
        <p:blipFill>
          <a:blip r:embed="rId3"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pic>
        <p:nvPicPr>
          <p:cNvPr id="7" name="Group 1000005109" descr="preencoded.png">
            <a:extLst>
              <a:ext uri="{FF2B5EF4-FFF2-40B4-BE49-F238E27FC236}">
                <a16:creationId xmlns:a16="http://schemas.microsoft.com/office/drawing/2014/main" id="{788E74AB-2F37-96F7-34D4-646E9C59F6F4}"/>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
        <p:nvSpPr>
          <p:cNvPr id="8" name="Rounded Rectangle 7">
            <a:extLst>
              <a:ext uri="{FF2B5EF4-FFF2-40B4-BE49-F238E27FC236}">
                <a16:creationId xmlns:a16="http://schemas.microsoft.com/office/drawing/2014/main" id="{6A47FB63-0323-7FCB-B8E0-1E02FE02A34B}"/>
              </a:ext>
            </a:extLst>
          </p:cNvPr>
          <p:cNvSpPr/>
          <p:nvPr userDrawn="1"/>
        </p:nvSpPr>
        <p:spPr>
          <a:xfrm>
            <a:off x="571499" y="2990195"/>
            <a:ext cx="9720816" cy="158542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G" b="0" i="0" dirty="0">
              <a:latin typeface="Overused Grotesk" pitchFamily="2" charset="0"/>
            </a:endParaRPr>
          </a:p>
        </p:txBody>
      </p:sp>
      <p:sp>
        <p:nvSpPr>
          <p:cNvPr id="9" name="Rounded Rectangle 8">
            <a:extLst>
              <a:ext uri="{FF2B5EF4-FFF2-40B4-BE49-F238E27FC236}">
                <a16:creationId xmlns:a16="http://schemas.microsoft.com/office/drawing/2014/main" id="{50C61AA6-EE3F-8E56-283B-45EA5DF79E11}"/>
              </a:ext>
            </a:extLst>
          </p:cNvPr>
          <p:cNvSpPr/>
          <p:nvPr userDrawn="1"/>
        </p:nvSpPr>
        <p:spPr>
          <a:xfrm>
            <a:off x="571499" y="4712669"/>
            <a:ext cx="9720816" cy="158542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G" b="0" i="0" dirty="0">
              <a:latin typeface="Overused Grotesk" pitchFamily="2" charset="0"/>
            </a:endParaRPr>
          </a:p>
        </p:txBody>
      </p:sp>
      <p:sp>
        <p:nvSpPr>
          <p:cNvPr id="10" name="Rounded Rectangle 9">
            <a:extLst>
              <a:ext uri="{FF2B5EF4-FFF2-40B4-BE49-F238E27FC236}">
                <a16:creationId xmlns:a16="http://schemas.microsoft.com/office/drawing/2014/main" id="{0D9F2FFC-26C2-BDDA-9FDB-C635C93854FD}"/>
              </a:ext>
            </a:extLst>
          </p:cNvPr>
          <p:cNvSpPr/>
          <p:nvPr userDrawn="1"/>
        </p:nvSpPr>
        <p:spPr>
          <a:xfrm>
            <a:off x="571499" y="6435143"/>
            <a:ext cx="9720816" cy="158542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G" b="0" i="0" dirty="0">
              <a:latin typeface="Overused Grotesk" pitchFamily="2" charset="0"/>
            </a:endParaRPr>
          </a:p>
        </p:txBody>
      </p:sp>
      <p:sp>
        <p:nvSpPr>
          <p:cNvPr id="11" name="Rounded Rectangle 10">
            <a:extLst>
              <a:ext uri="{FF2B5EF4-FFF2-40B4-BE49-F238E27FC236}">
                <a16:creationId xmlns:a16="http://schemas.microsoft.com/office/drawing/2014/main" id="{BC462FA7-5C6B-3FE0-E14D-95B54129EDA6}"/>
              </a:ext>
            </a:extLst>
          </p:cNvPr>
          <p:cNvSpPr/>
          <p:nvPr userDrawn="1"/>
        </p:nvSpPr>
        <p:spPr>
          <a:xfrm>
            <a:off x="571499" y="8172371"/>
            <a:ext cx="9720816" cy="158542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G" b="0" i="0" dirty="0">
              <a:latin typeface="Overused Grotesk" pitchFamily="2" charset="0"/>
            </a:endParaRPr>
          </a:p>
        </p:txBody>
      </p:sp>
      <p:sp>
        <p:nvSpPr>
          <p:cNvPr id="12" name="Text Placeholder 15">
            <a:extLst>
              <a:ext uri="{FF2B5EF4-FFF2-40B4-BE49-F238E27FC236}">
                <a16:creationId xmlns:a16="http://schemas.microsoft.com/office/drawing/2014/main" id="{3C472DEE-AE02-7AF4-3A48-A44DC7423AC5}"/>
              </a:ext>
            </a:extLst>
          </p:cNvPr>
          <p:cNvSpPr>
            <a:spLocks noGrp="1"/>
          </p:cNvSpPr>
          <p:nvPr>
            <p:ph type="body" sz="quarter" idx="15"/>
          </p:nvPr>
        </p:nvSpPr>
        <p:spPr>
          <a:xfrm>
            <a:off x="1981200" y="3330575"/>
            <a:ext cx="7986078" cy="1028700"/>
          </a:xfrm>
        </p:spPr>
        <p:txBody>
          <a:bodyPr anchor="ctr"/>
          <a:lstStyle>
            <a:lvl1pPr algn="r">
              <a:defRPr sz="2400" b="0" i="0">
                <a:solidFill>
                  <a:schemeClr val="bg1"/>
                </a:solidFill>
                <a:latin typeface="Overused Grotesk" pitchFamily="2" charset="0"/>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Click to edit Master text styles</a:t>
            </a:r>
          </a:p>
        </p:txBody>
      </p:sp>
      <p:sp>
        <p:nvSpPr>
          <p:cNvPr id="13" name="Text Placeholder 15">
            <a:extLst>
              <a:ext uri="{FF2B5EF4-FFF2-40B4-BE49-F238E27FC236}">
                <a16:creationId xmlns:a16="http://schemas.microsoft.com/office/drawing/2014/main" id="{F4EBD700-2F84-0491-8DC7-4E231F8A77D5}"/>
              </a:ext>
            </a:extLst>
          </p:cNvPr>
          <p:cNvSpPr>
            <a:spLocks noGrp="1"/>
          </p:cNvSpPr>
          <p:nvPr>
            <p:ph type="body" sz="quarter" idx="16"/>
          </p:nvPr>
        </p:nvSpPr>
        <p:spPr>
          <a:xfrm>
            <a:off x="1981200" y="4946015"/>
            <a:ext cx="7986078" cy="1028700"/>
          </a:xfrm>
        </p:spPr>
        <p:txBody>
          <a:bodyPr anchor="ctr"/>
          <a:lstStyle>
            <a:lvl1pPr algn="r">
              <a:defRPr sz="2400" b="0" i="0">
                <a:solidFill>
                  <a:schemeClr val="bg1"/>
                </a:solidFill>
                <a:latin typeface="Overused Grotesk" pitchFamily="2" charset="0"/>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Click to edit Master text styles</a:t>
            </a:r>
          </a:p>
        </p:txBody>
      </p:sp>
      <p:sp>
        <p:nvSpPr>
          <p:cNvPr id="14" name="Text Placeholder 15">
            <a:extLst>
              <a:ext uri="{FF2B5EF4-FFF2-40B4-BE49-F238E27FC236}">
                <a16:creationId xmlns:a16="http://schemas.microsoft.com/office/drawing/2014/main" id="{ECCE1144-5FE4-ADFD-8F40-8E042370D225}"/>
              </a:ext>
            </a:extLst>
          </p:cNvPr>
          <p:cNvSpPr>
            <a:spLocks noGrp="1"/>
          </p:cNvSpPr>
          <p:nvPr>
            <p:ph type="body" sz="quarter" idx="17"/>
          </p:nvPr>
        </p:nvSpPr>
        <p:spPr>
          <a:xfrm>
            <a:off x="1981200" y="6713855"/>
            <a:ext cx="7986078" cy="1028700"/>
          </a:xfrm>
        </p:spPr>
        <p:txBody>
          <a:bodyPr anchor="ctr"/>
          <a:lstStyle>
            <a:lvl1pPr algn="r">
              <a:defRPr sz="2400" b="0" i="0">
                <a:solidFill>
                  <a:schemeClr val="bg1"/>
                </a:solidFill>
                <a:latin typeface="Overused Grotesk" pitchFamily="2" charset="0"/>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Click to edit Master text styles</a:t>
            </a:r>
          </a:p>
        </p:txBody>
      </p:sp>
      <p:sp>
        <p:nvSpPr>
          <p:cNvPr id="15" name="Text Placeholder 15">
            <a:extLst>
              <a:ext uri="{FF2B5EF4-FFF2-40B4-BE49-F238E27FC236}">
                <a16:creationId xmlns:a16="http://schemas.microsoft.com/office/drawing/2014/main" id="{54342A47-D023-12A8-A2FD-BBB42C585310}"/>
              </a:ext>
            </a:extLst>
          </p:cNvPr>
          <p:cNvSpPr>
            <a:spLocks noGrp="1"/>
          </p:cNvSpPr>
          <p:nvPr>
            <p:ph type="body" sz="quarter" idx="18"/>
          </p:nvPr>
        </p:nvSpPr>
        <p:spPr>
          <a:xfrm>
            <a:off x="1981200" y="8441123"/>
            <a:ext cx="7986078" cy="1028700"/>
          </a:xfrm>
        </p:spPr>
        <p:txBody>
          <a:bodyPr anchor="ctr"/>
          <a:lstStyle>
            <a:lvl1pPr algn="r">
              <a:defRPr sz="2400" b="0" i="0">
                <a:solidFill>
                  <a:schemeClr val="bg1"/>
                </a:solidFill>
                <a:latin typeface="Overused Grotesk" pitchFamily="2" charset="0"/>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Click to edit Master text styles</a:t>
            </a:r>
          </a:p>
        </p:txBody>
      </p:sp>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5"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0"/>
            <a:ext cx="9842736" cy="1401139"/>
          </a:xfrm>
        </p:spPr>
        <p:txBody>
          <a:bodyPr/>
          <a:lstStyle>
            <a:lvl1pPr>
              <a:defRPr>
                <a:solidFill>
                  <a:schemeClr val="bg1"/>
                </a:solidFill>
              </a:defRPr>
            </a:lvl1pPr>
          </a:lstStyle>
          <a:p>
            <a:r>
              <a:rPr lang="en-GB" dirty="0"/>
              <a:t>Click to edit Master title style</a:t>
            </a:r>
            <a:endParaRPr lang="en-BG" dirty="0"/>
          </a:p>
        </p:txBody>
      </p:sp>
      <p:pic>
        <p:nvPicPr>
          <p:cNvPr id="2" name="Group 1000005109" descr="preencoded.png">
            <a:extLst>
              <a:ext uri="{FF2B5EF4-FFF2-40B4-BE49-F238E27FC236}">
                <a16:creationId xmlns:a16="http://schemas.microsoft.com/office/drawing/2014/main" id="{F52F3B78-5921-4661-DBB4-02E878C70F24}"/>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1008110" y="553117"/>
            <a:ext cx="6403027" cy="321385"/>
          </a:xfrm>
        </p:spPr>
        <p:txBody>
          <a:bodyPr anchor="ctr"/>
          <a:lstStyle>
            <a:lvl1pPr>
              <a:defRPr>
                <a:solidFill>
                  <a:schemeClr val="bg1"/>
                </a:solidFill>
              </a:defRPr>
            </a:lvl1pPr>
          </a:lstStyle>
          <a:p>
            <a:r>
              <a:rPr lang="en-BG" dirty="0"/>
              <a:t>PLACEHOLDER TEXT</a:t>
            </a:r>
          </a:p>
        </p:txBody>
      </p:sp>
      <p:sp>
        <p:nvSpPr>
          <p:cNvPr id="27" name="Slide Number Placeholder 0">
            <a:extLst>
              <a:ext uri="{FF2B5EF4-FFF2-40B4-BE49-F238E27FC236}">
                <a16:creationId xmlns:a16="http://schemas.microsoft.com/office/drawing/2014/main" id="{91F78078-26DE-9BFA-2930-6201D8B9A114}"/>
              </a:ext>
            </a:extLst>
          </p:cNvPr>
          <p:cNvSpPr txBox="1"/>
          <p:nvPr userDrawn="1"/>
        </p:nvSpPr>
        <p:spPr>
          <a:xfrm>
            <a:off x="16931735" y="9786597"/>
            <a:ext cx="1146201" cy="300000"/>
          </a:xfrm>
          <a:prstGeom prst="rect">
            <a:avLst/>
          </a:prstGeom>
          <a:extLst>
            <a:ext uri="{C572A759-6A51-4108-AA02-DFA0A04FC94B}">
              <ma14:wrappingTextBoxFlag xmlns="" xmlns:ma14="http://schemas.microsoft.com/office/mac/drawingml/2011/main" val="0"/>
            </a:ext>
          </a:extLst>
        </p:spPr>
        <p:txBody>
          <a:bodyPr/>
          <a:lstStyle>
            <a:lvl1pPr marL="0" algn="r" defTabSz="914400" rtl="0" eaLnBrk="1" latinLnBrk="0" hangingPunct="1">
              <a:defRPr sz="1400" b="0" i="0" kern="1200">
                <a:solidFill>
                  <a:schemeClr val="bg1"/>
                </a:solidFill>
                <a:latin typeface="Bahnschrift" panose="020B0502040204020203" pitchFamily="34" charset="0"/>
                <a:ea typeface="Bahnschrift" panose="020B0502040204020203" pitchFamily="34" charset="0"/>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z="1200" b="0" i="0" smtClean="0">
                <a:solidFill>
                  <a:schemeClr val="accent2"/>
                </a:solidFill>
                <a:latin typeface="Overused Grotesk" pitchFamily="2" charset="0"/>
              </a:rPr>
              <a:pPr/>
              <a:t>‹#›</a:t>
            </a:fld>
            <a:endParaRPr lang="en-US" sz="1200" b="0" i="0" dirty="0">
              <a:solidFill>
                <a:schemeClr val="accent2"/>
              </a:solidFill>
              <a:latin typeface="Overused Grotesk" pitchFamily="2" charset="0"/>
            </a:endParaRPr>
          </a:p>
        </p:txBody>
      </p:sp>
      <p:sp>
        <p:nvSpPr>
          <p:cNvPr id="18" name="Slide Number Placeholder 5">
            <a:extLst>
              <a:ext uri="{FF2B5EF4-FFF2-40B4-BE49-F238E27FC236}">
                <a16:creationId xmlns:a16="http://schemas.microsoft.com/office/drawing/2014/main" id="{2B699E68-9E58-3A79-0ACA-CA605A7A2B46}"/>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19" name="Slide Number Placeholder 5">
            <a:extLst>
              <a:ext uri="{FF2B5EF4-FFF2-40B4-BE49-F238E27FC236}">
                <a16:creationId xmlns:a16="http://schemas.microsoft.com/office/drawing/2014/main" id="{85701E5F-44A3-34E8-B80B-96A04B0CEADE}"/>
              </a:ext>
            </a:extLst>
          </p:cNvPr>
          <p:cNvSpPr txBox="1">
            <a:spLocks/>
          </p:cNvSpPr>
          <p:nvPr userDrawn="1"/>
        </p:nvSpPr>
        <p:spPr>
          <a:xfrm>
            <a:off x="355679" y="9736542"/>
            <a:ext cx="342010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100" b="0" i="0" dirty="0">
                <a:solidFill>
                  <a:schemeClr val="bg1"/>
                </a:solidFill>
                <a:latin typeface="Overused Grotesk" pitchFamily="2" charset="0"/>
              </a:rPr>
              <a:t>©</a:t>
            </a:r>
            <a:r>
              <a:rPr lang="en-BG" sz="1100" b="0" i="0">
                <a:solidFill>
                  <a:schemeClr val="bg1"/>
                </a:solidFill>
                <a:latin typeface="Overused Grotesk" pitchFamily="2" charset="0"/>
              </a:rPr>
              <a:t>202</a:t>
            </a:r>
            <a:r>
              <a:rPr lang="en-US" sz="1100" b="0" i="0" dirty="0">
                <a:solidFill>
                  <a:schemeClr val="bg1"/>
                </a:solidFill>
                <a:latin typeface="Overused Grotesk" pitchFamily="2" charset="0"/>
              </a:rPr>
              <a:t>6</a:t>
            </a:r>
            <a:r>
              <a:rPr lang="en-BG" sz="1100" b="0" i="0">
                <a:solidFill>
                  <a:schemeClr val="bg1"/>
                </a:solidFill>
                <a:latin typeface="Overused Grotesk" pitchFamily="2" charset="0"/>
              </a:rPr>
              <a:t> </a:t>
            </a:r>
            <a:r>
              <a:rPr lang="en-BG" sz="1100" b="0" i="0" dirty="0">
                <a:solidFill>
                  <a:schemeClr val="bg1"/>
                </a:solidFill>
                <a:latin typeface="Overused Grotesk" pitchFamily="2" charset="0"/>
              </a:rPr>
              <a:t>TeKnowledge</a:t>
            </a:r>
          </a:p>
        </p:txBody>
      </p:sp>
      <p:pic>
        <p:nvPicPr>
          <p:cNvPr id="17" name="Picture 16">
            <a:extLst>
              <a:ext uri="{FF2B5EF4-FFF2-40B4-BE49-F238E27FC236}">
                <a16:creationId xmlns:a16="http://schemas.microsoft.com/office/drawing/2014/main" id="{992299C6-E79E-9F82-74F5-9622F2F896C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17202149" y="573434"/>
            <a:ext cx="514351" cy="588616"/>
          </a:xfrm>
          <a:prstGeom prst="rect">
            <a:avLst/>
          </a:prstGeom>
        </p:spPr>
      </p:pic>
    </p:spTree>
    <p:extLst>
      <p:ext uri="{BB962C8B-B14F-4D97-AF65-F5344CB8AC3E}">
        <p14:creationId xmlns:p14="http://schemas.microsoft.com/office/powerpoint/2010/main" val="8437320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Slide with Background and Boxes ">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A8924A2A-39B5-4C7F-0558-F7CF47B4E8F5}"/>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0590936" cy="10288588"/>
          </a:xfrm>
          <a:prstGeom prst="rect">
            <a:avLst/>
          </a:prstGeom>
        </p:spPr>
      </p:pic>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8" y="1284970"/>
            <a:ext cx="9720815" cy="1401139"/>
          </a:xfrm>
        </p:spPr>
        <p:txBody>
          <a:bodyPr/>
          <a:lstStyle>
            <a:lvl1pPr>
              <a:defRPr>
                <a:solidFill>
                  <a:schemeClr val="bg1"/>
                </a:solidFill>
              </a:defRPr>
            </a:lvl1pPr>
          </a:lstStyle>
          <a:p>
            <a:r>
              <a:rPr lang="en-GB" dirty="0"/>
              <a:t>Click to edit Master title style</a:t>
            </a:r>
            <a:endParaRPr lang="en-BG" dirty="0"/>
          </a:p>
        </p:txBody>
      </p:sp>
      <p:pic>
        <p:nvPicPr>
          <p:cNvPr id="2" name="Group 1000005109" descr="preencoded.png">
            <a:extLst>
              <a:ext uri="{FF2B5EF4-FFF2-40B4-BE49-F238E27FC236}">
                <a16:creationId xmlns:a16="http://schemas.microsoft.com/office/drawing/2014/main" id="{F52F3B78-5921-4661-DBB4-02E878C70F24}"/>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5"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1008110" y="553117"/>
            <a:ext cx="6403027" cy="321385"/>
          </a:xfrm>
        </p:spPr>
        <p:txBody>
          <a:bodyPr anchor="ctr"/>
          <a:lstStyle>
            <a:lvl1pPr>
              <a:defRPr>
                <a:solidFill>
                  <a:schemeClr val="bg1"/>
                </a:solidFill>
              </a:defRPr>
            </a:lvl1pPr>
          </a:lstStyle>
          <a:p>
            <a:r>
              <a:rPr lang="en-BG" dirty="0"/>
              <a:t>PLACEHOLDER TEXT</a:t>
            </a:r>
          </a:p>
        </p:txBody>
      </p:sp>
      <p:pic>
        <p:nvPicPr>
          <p:cNvPr id="22" name="Group 1" descr="preencoded.png">
            <a:extLst>
              <a:ext uri="{FF2B5EF4-FFF2-40B4-BE49-F238E27FC236}">
                <a16:creationId xmlns:a16="http://schemas.microsoft.com/office/drawing/2014/main" id="{46D5FF0B-F5E8-37F9-F817-B0AE3FBBD269}"/>
              </a:ext>
            </a:extLst>
          </p:cNvPr>
          <p:cNvPicPr/>
          <p:nvPr userDrawn="1"/>
        </p:nvPicPr>
        <p:blipFill>
          <a:blip r:embed="rId5"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27" name="Slide Number Placeholder 0">
            <a:extLst>
              <a:ext uri="{FF2B5EF4-FFF2-40B4-BE49-F238E27FC236}">
                <a16:creationId xmlns:a16="http://schemas.microsoft.com/office/drawing/2014/main" id="{91F78078-26DE-9BFA-2930-6201D8B9A114}"/>
              </a:ext>
            </a:extLst>
          </p:cNvPr>
          <p:cNvSpPr txBox="1"/>
          <p:nvPr userDrawn="1"/>
        </p:nvSpPr>
        <p:spPr>
          <a:xfrm>
            <a:off x="16931735" y="9786597"/>
            <a:ext cx="1146201" cy="300000"/>
          </a:xfrm>
          <a:prstGeom prst="rect">
            <a:avLst/>
          </a:prstGeom>
          <a:extLst>
            <a:ext uri="{C572A759-6A51-4108-AA02-DFA0A04FC94B}">
              <ma14:wrappingTextBoxFlag xmlns="" xmlns:ma14="http://schemas.microsoft.com/office/mac/drawingml/2011/main" val="0"/>
            </a:ext>
          </a:extLst>
        </p:spPr>
        <p:txBody>
          <a:bodyPr/>
          <a:lstStyle>
            <a:lvl1pPr marL="0" algn="r" defTabSz="914400" rtl="0" eaLnBrk="1" latinLnBrk="0" hangingPunct="1">
              <a:defRPr sz="1400" b="0" i="0" kern="1200">
                <a:solidFill>
                  <a:schemeClr val="bg1"/>
                </a:solidFill>
                <a:latin typeface="Bahnschrift" panose="020B0502040204020203" pitchFamily="34" charset="0"/>
                <a:ea typeface="Bahnschrift" panose="020B0502040204020203" pitchFamily="34" charset="0"/>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z="1200" b="0" i="0" smtClean="0">
                <a:solidFill>
                  <a:schemeClr val="accent2"/>
                </a:solidFill>
                <a:latin typeface="Overused Grotesk" pitchFamily="2" charset="0"/>
              </a:rPr>
              <a:pPr/>
              <a:t>‹#›</a:t>
            </a:fld>
            <a:endParaRPr lang="en-US" sz="1200" b="0" i="0" dirty="0">
              <a:solidFill>
                <a:schemeClr val="accent2"/>
              </a:solidFill>
              <a:latin typeface="Overused Grotesk" pitchFamily="2" charset="0"/>
            </a:endParaRPr>
          </a:p>
        </p:txBody>
      </p:sp>
      <p:pic>
        <p:nvPicPr>
          <p:cNvPr id="28" name="Group 1000005109" descr="preencoded.png">
            <a:extLst>
              <a:ext uri="{FF2B5EF4-FFF2-40B4-BE49-F238E27FC236}">
                <a16:creationId xmlns:a16="http://schemas.microsoft.com/office/drawing/2014/main" id="{E5E35169-5BFE-D9C8-5E63-1535B7DC6969}"/>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
        <p:nvSpPr>
          <p:cNvPr id="29" name="Rounded Rectangle 28">
            <a:extLst>
              <a:ext uri="{FF2B5EF4-FFF2-40B4-BE49-F238E27FC236}">
                <a16:creationId xmlns:a16="http://schemas.microsoft.com/office/drawing/2014/main" id="{7E5638C3-8C38-EB1C-5414-0AD2D113266D}"/>
              </a:ext>
            </a:extLst>
          </p:cNvPr>
          <p:cNvSpPr/>
          <p:nvPr userDrawn="1"/>
        </p:nvSpPr>
        <p:spPr>
          <a:xfrm>
            <a:off x="6013609" y="2903574"/>
            <a:ext cx="9720816" cy="3105960"/>
          </a:xfrm>
          <a:prstGeom prst="roundRect">
            <a:avLst>
              <a:gd name="adj" fmla="val 9729"/>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G" b="0" i="0" dirty="0">
              <a:latin typeface="Overused Grotesk" pitchFamily="2" charset="0"/>
            </a:endParaRPr>
          </a:p>
        </p:txBody>
      </p:sp>
      <p:sp>
        <p:nvSpPr>
          <p:cNvPr id="30" name="Rounded Rectangle 29">
            <a:extLst>
              <a:ext uri="{FF2B5EF4-FFF2-40B4-BE49-F238E27FC236}">
                <a16:creationId xmlns:a16="http://schemas.microsoft.com/office/drawing/2014/main" id="{E21778D0-605E-61F1-8C33-C9E3F5D04B09}"/>
              </a:ext>
            </a:extLst>
          </p:cNvPr>
          <p:cNvSpPr/>
          <p:nvPr userDrawn="1"/>
        </p:nvSpPr>
        <p:spPr>
          <a:xfrm>
            <a:off x="6013609" y="6373321"/>
            <a:ext cx="9720816" cy="3105960"/>
          </a:xfrm>
          <a:prstGeom prst="roundRect">
            <a:avLst>
              <a:gd name="adj" fmla="val 9729"/>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G" b="0" i="0" dirty="0">
              <a:latin typeface="Overused Grotesk" pitchFamily="2" charset="0"/>
            </a:endParaRPr>
          </a:p>
        </p:txBody>
      </p:sp>
      <p:sp>
        <p:nvSpPr>
          <p:cNvPr id="36" name="Text Placeholder 27">
            <a:extLst>
              <a:ext uri="{FF2B5EF4-FFF2-40B4-BE49-F238E27FC236}">
                <a16:creationId xmlns:a16="http://schemas.microsoft.com/office/drawing/2014/main" id="{D3BA3316-3246-7FFF-0CD6-9D4B06CED850}"/>
              </a:ext>
            </a:extLst>
          </p:cNvPr>
          <p:cNvSpPr>
            <a:spLocks noGrp="1"/>
          </p:cNvSpPr>
          <p:nvPr>
            <p:ph type="body" sz="quarter" idx="14"/>
          </p:nvPr>
        </p:nvSpPr>
        <p:spPr>
          <a:xfrm>
            <a:off x="7411138" y="7612188"/>
            <a:ext cx="7998250" cy="1162420"/>
          </a:xfrm>
        </p:spPr>
        <p:txBody>
          <a:bodyPr/>
          <a:lstStyle>
            <a:lvl1pPr algn="r">
              <a:defRPr sz="2000" b="0" i="0">
                <a:solidFill>
                  <a:schemeClr val="tx1"/>
                </a:solidFill>
                <a:latin typeface="Overused Grotesk" pitchFamily="2" charset="0"/>
              </a:defRPr>
            </a:lvl1pPr>
            <a:lvl2pPr algn="r">
              <a:defRPr sz="2000" b="0" i="0">
                <a:solidFill>
                  <a:schemeClr val="tx1"/>
                </a:solidFill>
                <a:latin typeface="+mn-lt"/>
              </a:defRPr>
            </a:lvl2pPr>
            <a:lvl3pPr algn="r">
              <a:defRPr sz="2000" b="0" i="0">
                <a:solidFill>
                  <a:schemeClr val="tx1"/>
                </a:solidFill>
                <a:latin typeface="+mn-lt"/>
              </a:defRPr>
            </a:lvl3pPr>
            <a:lvl4pPr algn="r">
              <a:defRPr sz="2000" b="0" i="0">
                <a:solidFill>
                  <a:schemeClr val="tx1"/>
                </a:solidFill>
                <a:latin typeface="+mn-lt"/>
              </a:defRPr>
            </a:lvl4pPr>
            <a:lvl5pPr algn="r">
              <a:defRPr sz="2000" b="0" i="0">
                <a:solidFill>
                  <a:schemeClr val="tx1"/>
                </a:solidFill>
                <a:latin typeface="+mn-lt"/>
              </a:defRPr>
            </a:lvl5pPr>
          </a:lstStyle>
          <a:p>
            <a:pPr lvl="0"/>
            <a:r>
              <a:rPr lang="en-GB" dirty="0"/>
              <a:t>Click to edit Master text styles</a:t>
            </a:r>
          </a:p>
        </p:txBody>
      </p:sp>
      <p:sp>
        <p:nvSpPr>
          <p:cNvPr id="38" name="Text Placeholder 27">
            <a:extLst>
              <a:ext uri="{FF2B5EF4-FFF2-40B4-BE49-F238E27FC236}">
                <a16:creationId xmlns:a16="http://schemas.microsoft.com/office/drawing/2014/main" id="{236FCFDD-0AAF-05B9-D3C9-6CEB4AF3B181}"/>
              </a:ext>
            </a:extLst>
          </p:cNvPr>
          <p:cNvSpPr>
            <a:spLocks noGrp="1"/>
          </p:cNvSpPr>
          <p:nvPr>
            <p:ph type="body" sz="quarter" idx="21"/>
          </p:nvPr>
        </p:nvSpPr>
        <p:spPr>
          <a:xfrm>
            <a:off x="7423310" y="4270150"/>
            <a:ext cx="7998250" cy="1162420"/>
          </a:xfrm>
        </p:spPr>
        <p:txBody>
          <a:bodyPr/>
          <a:lstStyle>
            <a:lvl1pPr algn="r">
              <a:defRPr sz="2000" b="0" i="0">
                <a:solidFill>
                  <a:schemeClr val="tx1"/>
                </a:solidFill>
                <a:latin typeface="Overused Grotesk" pitchFamily="2" charset="0"/>
              </a:defRPr>
            </a:lvl1pPr>
            <a:lvl2pPr algn="r">
              <a:defRPr sz="2000" b="0" i="0">
                <a:solidFill>
                  <a:schemeClr val="tx1"/>
                </a:solidFill>
                <a:latin typeface="+mn-lt"/>
              </a:defRPr>
            </a:lvl2pPr>
            <a:lvl3pPr algn="r">
              <a:defRPr sz="2000" b="0" i="0">
                <a:solidFill>
                  <a:schemeClr val="tx1"/>
                </a:solidFill>
                <a:latin typeface="+mn-lt"/>
              </a:defRPr>
            </a:lvl3pPr>
            <a:lvl4pPr algn="r">
              <a:defRPr sz="2000" b="0" i="0">
                <a:solidFill>
                  <a:schemeClr val="tx1"/>
                </a:solidFill>
                <a:latin typeface="+mn-lt"/>
              </a:defRPr>
            </a:lvl4pPr>
            <a:lvl5pPr algn="r">
              <a:defRPr sz="2000" b="0" i="0">
                <a:solidFill>
                  <a:schemeClr val="tx1"/>
                </a:solidFill>
                <a:latin typeface="+mn-lt"/>
              </a:defRPr>
            </a:lvl5pPr>
          </a:lstStyle>
          <a:p>
            <a:pPr lvl="0"/>
            <a:r>
              <a:rPr lang="en-GB" dirty="0"/>
              <a:t>Click to edit Master text styles</a:t>
            </a:r>
          </a:p>
        </p:txBody>
      </p:sp>
      <p:sp>
        <p:nvSpPr>
          <p:cNvPr id="40" name="Text Placeholder 27">
            <a:extLst>
              <a:ext uri="{FF2B5EF4-FFF2-40B4-BE49-F238E27FC236}">
                <a16:creationId xmlns:a16="http://schemas.microsoft.com/office/drawing/2014/main" id="{E21FE676-5C5A-47C6-DA8E-FA8EDE01996C}"/>
              </a:ext>
            </a:extLst>
          </p:cNvPr>
          <p:cNvSpPr>
            <a:spLocks noGrp="1"/>
          </p:cNvSpPr>
          <p:nvPr>
            <p:ph type="body" sz="quarter" idx="40"/>
          </p:nvPr>
        </p:nvSpPr>
        <p:spPr>
          <a:xfrm>
            <a:off x="7411137" y="3407711"/>
            <a:ext cx="7998251" cy="524482"/>
          </a:xfrm>
          <a:prstGeom prst="rect">
            <a:avLst/>
          </a:prstGeom>
        </p:spPr>
        <p:txBody>
          <a:bodyPr>
            <a:normAutofit/>
          </a:bodyPr>
          <a:lstStyle>
            <a:lvl1pPr marL="0" indent="0" algn="r">
              <a:lnSpc>
                <a:spcPct val="90000"/>
              </a:lnSpc>
              <a:buFontTx/>
              <a:buNone/>
              <a:defRPr sz="3000" b="0" i="0">
                <a:solidFill>
                  <a:schemeClr val="accent1"/>
                </a:solidFill>
                <a:latin typeface="All Round Gothic Medium" panose="020B0603020202020104" pitchFamily="34" charset="77"/>
              </a:defRPr>
            </a:lvl1pPr>
            <a:lvl2pPr marL="457200" indent="0">
              <a:buFontTx/>
              <a:buNone/>
              <a:defRPr b="0" i="0">
                <a:latin typeface="Bahnschrift" panose="020B0502040204020203" pitchFamily="34" charset="0"/>
              </a:defRPr>
            </a:lvl2pPr>
            <a:lvl3pPr marL="914400" indent="0">
              <a:buFontTx/>
              <a:buNone/>
              <a:defRPr b="0" i="0">
                <a:latin typeface="Bahnschrift" panose="020B0502040204020203" pitchFamily="34" charset="0"/>
              </a:defRPr>
            </a:lvl3pPr>
            <a:lvl4pPr marL="1371600" indent="0">
              <a:buFontTx/>
              <a:buNone/>
              <a:defRPr b="0" i="0">
                <a:latin typeface="Bahnschrift" panose="020B0502040204020203" pitchFamily="34" charset="0"/>
              </a:defRPr>
            </a:lvl4pPr>
            <a:lvl5pPr marL="1828800" indent="0">
              <a:buFontTx/>
              <a:buNone/>
              <a:defRPr b="0" i="0">
                <a:latin typeface="Bahnschrift" panose="020B0502040204020203" pitchFamily="34" charset="0"/>
              </a:defRPr>
            </a:lvl5pPr>
          </a:lstStyle>
          <a:p>
            <a:pPr lvl="0"/>
            <a:r>
              <a:rPr lang="en-GB" dirty="0"/>
              <a:t>Click to edit Master text styles</a:t>
            </a:r>
          </a:p>
        </p:txBody>
      </p:sp>
      <p:sp>
        <p:nvSpPr>
          <p:cNvPr id="42" name="Text Placeholder 27">
            <a:extLst>
              <a:ext uri="{FF2B5EF4-FFF2-40B4-BE49-F238E27FC236}">
                <a16:creationId xmlns:a16="http://schemas.microsoft.com/office/drawing/2014/main" id="{9D5217F0-05D6-2712-8A93-733A9E63C9DE}"/>
              </a:ext>
            </a:extLst>
          </p:cNvPr>
          <p:cNvSpPr>
            <a:spLocks noGrp="1"/>
          </p:cNvSpPr>
          <p:nvPr>
            <p:ph type="body" sz="quarter" idx="41"/>
          </p:nvPr>
        </p:nvSpPr>
        <p:spPr>
          <a:xfrm>
            <a:off x="7411137" y="6767137"/>
            <a:ext cx="7998251" cy="524482"/>
          </a:xfrm>
          <a:prstGeom prst="rect">
            <a:avLst/>
          </a:prstGeom>
        </p:spPr>
        <p:txBody>
          <a:bodyPr>
            <a:normAutofit/>
          </a:bodyPr>
          <a:lstStyle>
            <a:lvl1pPr marL="0" indent="0" algn="r">
              <a:lnSpc>
                <a:spcPct val="90000"/>
              </a:lnSpc>
              <a:buFontTx/>
              <a:buNone/>
              <a:defRPr sz="3000" b="0" i="0">
                <a:solidFill>
                  <a:schemeClr val="accent1"/>
                </a:solidFill>
                <a:latin typeface="All Round Gothic Medium" panose="020B0603020202020104" pitchFamily="34" charset="77"/>
              </a:defRPr>
            </a:lvl1pPr>
            <a:lvl2pPr marL="457200" indent="0">
              <a:buFontTx/>
              <a:buNone/>
              <a:defRPr b="0" i="0">
                <a:latin typeface="Bahnschrift" panose="020B0502040204020203" pitchFamily="34" charset="0"/>
              </a:defRPr>
            </a:lvl2pPr>
            <a:lvl3pPr marL="914400" indent="0">
              <a:buFontTx/>
              <a:buNone/>
              <a:defRPr b="0" i="0">
                <a:latin typeface="Bahnschrift" panose="020B0502040204020203" pitchFamily="34" charset="0"/>
              </a:defRPr>
            </a:lvl3pPr>
            <a:lvl4pPr marL="1371600" indent="0">
              <a:buFontTx/>
              <a:buNone/>
              <a:defRPr b="0" i="0">
                <a:latin typeface="Bahnschrift" panose="020B0502040204020203" pitchFamily="34" charset="0"/>
              </a:defRPr>
            </a:lvl4pPr>
            <a:lvl5pPr marL="1828800" indent="0">
              <a:buFontTx/>
              <a:buNone/>
              <a:defRPr b="0" i="0">
                <a:latin typeface="Bahnschrift" panose="020B0502040204020203" pitchFamily="34" charset="0"/>
              </a:defRPr>
            </a:lvl5pPr>
          </a:lstStyle>
          <a:p>
            <a:pPr lvl="0"/>
            <a:r>
              <a:rPr lang="en-GB" dirty="0"/>
              <a:t>Click to edit Master text styles</a:t>
            </a:r>
          </a:p>
        </p:txBody>
      </p:sp>
      <p:sp>
        <p:nvSpPr>
          <p:cNvPr id="3" name="Slide Number Placeholder 5">
            <a:extLst>
              <a:ext uri="{FF2B5EF4-FFF2-40B4-BE49-F238E27FC236}">
                <a16:creationId xmlns:a16="http://schemas.microsoft.com/office/drawing/2014/main" id="{63765676-889D-CBC1-3D3B-90AD210DE519}"/>
              </a:ext>
            </a:extLst>
          </p:cNvPr>
          <p:cNvSpPr txBox="1">
            <a:spLocks/>
          </p:cNvSpPr>
          <p:nvPr userDrawn="1"/>
        </p:nvSpPr>
        <p:spPr>
          <a:xfrm>
            <a:off x="355679" y="9736542"/>
            <a:ext cx="342010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100" b="0" i="0" dirty="0">
                <a:solidFill>
                  <a:schemeClr val="bg1"/>
                </a:solidFill>
                <a:latin typeface="Overused Grotesk" pitchFamily="2" charset="0"/>
              </a:rPr>
              <a:t>©</a:t>
            </a:r>
            <a:r>
              <a:rPr lang="en-BG" sz="1100" b="0" i="0">
                <a:solidFill>
                  <a:schemeClr val="bg1"/>
                </a:solidFill>
                <a:latin typeface="Overused Grotesk" pitchFamily="2" charset="0"/>
              </a:rPr>
              <a:t>202</a:t>
            </a:r>
            <a:r>
              <a:rPr lang="en-US" sz="1100" b="0" i="0" dirty="0">
                <a:solidFill>
                  <a:schemeClr val="bg1"/>
                </a:solidFill>
                <a:latin typeface="Overused Grotesk" pitchFamily="2" charset="0"/>
              </a:rPr>
              <a:t>6</a:t>
            </a:r>
            <a:r>
              <a:rPr lang="en-BG" sz="1100" b="0" i="0">
                <a:solidFill>
                  <a:schemeClr val="bg1"/>
                </a:solidFill>
                <a:latin typeface="Overused Grotesk" pitchFamily="2" charset="0"/>
              </a:rPr>
              <a:t> </a:t>
            </a:r>
            <a:r>
              <a:rPr lang="en-BG" sz="1100" b="0" i="0" dirty="0">
                <a:solidFill>
                  <a:schemeClr val="bg1"/>
                </a:solidFill>
                <a:latin typeface="Overused Grotesk" pitchFamily="2" charset="0"/>
              </a:rPr>
              <a:t>TeKnowledge</a:t>
            </a:r>
          </a:p>
        </p:txBody>
      </p:sp>
    </p:spTree>
    <p:extLst>
      <p:ext uri="{BB962C8B-B14F-4D97-AF65-F5344CB8AC3E}">
        <p14:creationId xmlns:p14="http://schemas.microsoft.com/office/powerpoint/2010/main" val="39665579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lide with Boxes v1">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7" name="Text Placeholder 8">
            <a:extLst>
              <a:ext uri="{FF2B5EF4-FFF2-40B4-BE49-F238E27FC236}">
                <a16:creationId xmlns:a16="http://schemas.microsoft.com/office/drawing/2014/main" id="{305E5F4D-3EA9-3150-CC4D-CA49582FEC99}"/>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pic>
        <p:nvPicPr>
          <p:cNvPr id="30" name="Group 1" descr="preencoded.png">
            <a:extLst>
              <a:ext uri="{FF2B5EF4-FFF2-40B4-BE49-F238E27FC236}">
                <a16:creationId xmlns:a16="http://schemas.microsoft.com/office/drawing/2014/main" id="{5115C686-6FD7-8C1D-CC34-0D7EC9EF873E}"/>
              </a:ext>
            </a:extLst>
          </p:cNvPr>
          <p:cNvPicPr/>
          <p:nvPr userDrawn="1"/>
        </p:nvPicPr>
        <p:blipFill>
          <a:blip r:embed="rId3"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33" name="Title 24">
            <a:extLst>
              <a:ext uri="{FF2B5EF4-FFF2-40B4-BE49-F238E27FC236}">
                <a16:creationId xmlns:a16="http://schemas.microsoft.com/office/drawing/2014/main" id="{B22A1A69-7F52-9031-02D5-6B9609BFF885}"/>
              </a:ext>
            </a:extLst>
          </p:cNvPr>
          <p:cNvSpPr>
            <a:spLocks noGrp="1"/>
          </p:cNvSpPr>
          <p:nvPr>
            <p:ph type="title"/>
          </p:nvPr>
        </p:nvSpPr>
        <p:spPr>
          <a:xfrm>
            <a:off x="449579" y="1284970"/>
            <a:ext cx="7810501" cy="720439"/>
          </a:xfrm>
        </p:spPr>
        <p:txBody>
          <a:bodyPr/>
          <a:lstStyle/>
          <a:p>
            <a:r>
              <a:rPr lang="en-GB" dirty="0"/>
              <a:t>Click to edit Master title style</a:t>
            </a:r>
            <a:endParaRPr lang="en-BG" dirty="0"/>
          </a:p>
        </p:txBody>
      </p:sp>
      <p:sp>
        <p:nvSpPr>
          <p:cNvPr id="2" name="Rounded Rectangle 1">
            <a:extLst>
              <a:ext uri="{FF2B5EF4-FFF2-40B4-BE49-F238E27FC236}">
                <a16:creationId xmlns:a16="http://schemas.microsoft.com/office/drawing/2014/main" id="{5E3D6C7D-4F9B-BC94-4BEE-C3E41478B8E0}"/>
              </a:ext>
            </a:extLst>
          </p:cNvPr>
          <p:cNvSpPr/>
          <p:nvPr userDrawn="1"/>
        </p:nvSpPr>
        <p:spPr>
          <a:xfrm>
            <a:off x="6253316" y="2967471"/>
            <a:ext cx="4228715" cy="6496342"/>
          </a:xfrm>
          <a:prstGeom prst="roundRect">
            <a:avLst>
              <a:gd name="adj" fmla="val 8081"/>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9" name="Rounded Rectangle 8">
            <a:extLst>
              <a:ext uri="{FF2B5EF4-FFF2-40B4-BE49-F238E27FC236}">
                <a16:creationId xmlns:a16="http://schemas.microsoft.com/office/drawing/2014/main" id="{ABA7DBC0-A406-960C-69FD-FD2AD9425E33}"/>
              </a:ext>
            </a:extLst>
          </p:cNvPr>
          <p:cNvSpPr/>
          <p:nvPr userDrawn="1"/>
        </p:nvSpPr>
        <p:spPr>
          <a:xfrm>
            <a:off x="1506504" y="2967471"/>
            <a:ext cx="4228715" cy="6496342"/>
          </a:xfrm>
          <a:prstGeom prst="roundRect">
            <a:avLst>
              <a:gd name="adj" fmla="val 8081"/>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10" name="Rounded Rectangle 9">
            <a:extLst>
              <a:ext uri="{FF2B5EF4-FFF2-40B4-BE49-F238E27FC236}">
                <a16:creationId xmlns:a16="http://schemas.microsoft.com/office/drawing/2014/main" id="{C9DD4608-6D91-EDE3-66EA-4EFFB6EB8131}"/>
              </a:ext>
            </a:extLst>
          </p:cNvPr>
          <p:cNvSpPr/>
          <p:nvPr userDrawn="1"/>
        </p:nvSpPr>
        <p:spPr>
          <a:xfrm>
            <a:off x="11000128" y="2967471"/>
            <a:ext cx="4228715" cy="6496342"/>
          </a:xfrm>
          <a:prstGeom prst="roundRect">
            <a:avLst>
              <a:gd name="adj" fmla="val 8081"/>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11" name="Text Placeholder 27">
            <a:extLst>
              <a:ext uri="{FF2B5EF4-FFF2-40B4-BE49-F238E27FC236}">
                <a16:creationId xmlns:a16="http://schemas.microsoft.com/office/drawing/2014/main" id="{D31D91B5-5EAB-366A-107F-438E6539839D}"/>
              </a:ext>
            </a:extLst>
          </p:cNvPr>
          <p:cNvSpPr>
            <a:spLocks noGrp="1"/>
          </p:cNvSpPr>
          <p:nvPr>
            <p:ph type="body" sz="quarter" idx="14"/>
          </p:nvPr>
        </p:nvSpPr>
        <p:spPr>
          <a:xfrm>
            <a:off x="1838211" y="4472044"/>
            <a:ext cx="3558481" cy="4626236"/>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
        <p:nvSpPr>
          <p:cNvPr id="13" name="Text Placeholder 27">
            <a:extLst>
              <a:ext uri="{FF2B5EF4-FFF2-40B4-BE49-F238E27FC236}">
                <a16:creationId xmlns:a16="http://schemas.microsoft.com/office/drawing/2014/main" id="{01E19963-06BC-9D17-FAF5-3F8BEB9B1DB3}"/>
              </a:ext>
            </a:extLst>
          </p:cNvPr>
          <p:cNvSpPr>
            <a:spLocks noGrp="1"/>
          </p:cNvSpPr>
          <p:nvPr>
            <p:ph type="body" sz="quarter" idx="46"/>
          </p:nvPr>
        </p:nvSpPr>
        <p:spPr>
          <a:xfrm>
            <a:off x="6593091" y="4472044"/>
            <a:ext cx="3558481" cy="4626236"/>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
        <p:nvSpPr>
          <p:cNvPr id="17" name="Text Placeholder 27">
            <a:extLst>
              <a:ext uri="{FF2B5EF4-FFF2-40B4-BE49-F238E27FC236}">
                <a16:creationId xmlns:a16="http://schemas.microsoft.com/office/drawing/2014/main" id="{44E8CF23-0580-E6B8-BB9E-61D14ADDB018}"/>
              </a:ext>
            </a:extLst>
          </p:cNvPr>
          <p:cNvSpPr>
            <a:spLocks noGrp="1"/>
          </p:cNvSpPr>
          <p:nvPr>
            <p:ph type="body" sz="quarter" idx="47"/>
          </p:nvPr>
        </p:nvSpPr>
        <p:spPr>
          <a:xfrm>
            <a:off x="11325111" y="4472044"/>
            <a:ext cx="3558481" cy="4626236"/>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
        <p:nvSpPr>
          <p:cNvPr id="20" name="Text Placeholder 18">
            <a:extLst>
              <a:ext uri="{FF2B5EF4-FFF2-40B4-BE49-F238E27FC236}">
                <a16:creationId xmlns:a16="http://schemas.microsoft.com/office/drawing/2014/main" id="{0ABD819A-357A-7B58-7BDB-8FCC73290911}"/>
              </a:ext>
            </a:extLst>
          </p:cNvPr>
          <p:cNvSpPr>
            <a:spLocks noGrp="1"/>
          </p:cNvSpPr>
          <p:nvPr>
            <p:ph type="body" sz="quarter" idx="48"/>
          </p:nvPr>
        </p:nvSpPr>
        <p:spPr>
          <a:xfrm>
            <a:off x="11333163" y="3351213"/>
            <a:ext cx="3548062" cy="987425"/>
          </a:xfrm>
        </p:spPr>
        <p:txBody>
          <a:bodyPr>
            <a:noAutofit/>
          </a:bodyPr>
          <a:lstStyle>
            <a:lvl1pPr>
              <a:defRPr sz="2400" b="0" i="0">
                <a:solidFill>
                  <a:schemeClr val="accent1"/>
                </a:solidFill>
                <a:latin typeface="All Round Gothic Medium" panose="020B0603020202020104" pitchFamily="34" charset="77"/>
              </a:defRPr>
            </a:lvl1pPr>
            <a:lvl2pPr>
              <a:defRPr sz="2400" b="0" i="0">
                <a:solidFill>
                  <a:schemeClr val="accent1"/>
                </a:solidFill>
                <a:latin typeface="All Round Gothic Medium" panose="020B0603020202020104" pitchFamily="34" charset="77"/>
              </a:defRPr>
            </a:lvl2pPr>
            <a:lvl3pPr>
              <a:defRPr sz="2400" b="0" i="0">
                <a:solidFill>
                  <a:schemeClr val="accent1"/>
                </a:solidFill>
                <a:latin typeface="All Round Gothic Medium" panose="020B0603020202020104" pitchFamily="34" charset="77"/>
              </a:defRPr>
            </a:lvl3pPr>
            <a:lvl4pPr>
              <a:defRPr sz="2400" b="0" i="0">
                <a:solidFill>
                  <a:schemeClr val="accent1"/>
                </a:solidFill>
                <a:latin typeface="All Round Gothic Medium" panose="020B0603020202020104" pitchFamily="34" charset="77"/>
              </a:defRPr>
            </a:lvl4pPr>
            <a:lvl5pPr>
              <a:defRPr sz="2400" b="0" i="0">
                <a:solidFill>
                  <a:schemeClr val="accent1"/>
                </a:solidFill>
                <a:latin typeface="All Round Gothic Medium" panose="020B0603020202020104" pitchFamily="34" charset="77"/>
              </a:defRPr>
            </a:lvl5pPr>
          </a:lstStyle>
          <a:p>
            <a:pPr lvl="0"/>
            <a:r>
              <a:rPr lang="en-GB" dirty="0"/>
              <a:t>Click to edit Master text styles</a:t>
            </a:r>
            <a:endParaRPr lang="en-BG" dirty="0"/>
          </a:p>
        </p:txBody>
      </p:sp>
      <p:sp>
        <p:nvSpPr>
          <p:cNvPr id="22" name="Text Placeholder 18">
            <a:extLst>
              <a:ext uri="{FF2B5EF4-FFF2-40B4-BE49-F238E27FC236}">
                <a16:creationId xmlns:a16="http://schemas.microsoft.com/office/drawing/2014/main" id="{89F76CB4-C907-5DEE-0592-FA7FF4E60F8B}"/>
              </a:ext>
            </a:extLst>
          </p:cNvPr>
          <p:cNvSpPr>
            <a:spLocks noGrp="1"/>
          </p:cNvSpPr>
          <p:nvPr>
            <p:ph type="body" sz="quarter" idx="49"/>
          </p:nvPr>
        </p:nvSpPr>
        <p:spPr>
          <a:xfrm>
            <a:off x="6581869" y="3351213"/>
            <a:ext cx="3548062" cy="987425"/>
          </a:xfrm>
        </p:spPr>
        <p:txBody>
          <a:bodyPr>
            <a:noAutofit/>
          </a:bodyPr>
          <a:lstStyle>
            <a:lvl1pPr>
              <a:defRPr sz="2400" b="0" i="0">
                <a:solidFill>
                  <a:schemeClr val="accent1"/>
                </a:solidFill>
                <a:latin typeface="All Round Gothic Medium" panose="020B0603020202020104" pitchFamily="34" charset="77"/>
              </a:defRPr>
            </a:lvl1pPr>
            <a:lvl2pPr>
              <a:defRPr sz="2400" b="0" i="0">
                <a:solidFill>
                  <a:schemeClr val="accent1"/>
                </a:solidFill>
                <a:latin typeface="All Round Gothic Medium" panose="020B0603020202020104" pitchFamily="34" charset="77"/>
              </a:defRPr>
            </a:lvl2pPr>
            <a:lvl3pPr>
              <a:defRPr sz="2400" b="0" i="0">
                <a:solidFill>
                  <a:schemeClr val="accent1"/>
                </a:solidFill>
                <a:latin typeface="All Round Gothic Medium" panose="020B0603020202020104" pitchFamily="34" charset="77"/>
              </a:defRPr>
            </a:lvl3pPr>
            <a:lvl4pPr>
              <a:defRPr sz="2400" b="0" i="0">
                <a:solidFill>
                  <a:schemeClr val="accent1"/>
                </a:solidFill>
                <a:latin typeface="All Round Gothic Medium" panose="020B0603020202020104" pitchFamily="34" charset="77"/>
              </a:defRPr>
            </a:lvl4pPr>
            <a:lvl5pPr>
              <a:defRPr sz="2400" b="0" i="0">
                <a:solidFill>
                  <a:schemeClr val="accent1"/>
                </a:solidFill>
                <a:latin typeface="All Round Gothic Medium" panose="020B0603020202020104" pitchFamily="34" charset="77"/>
              </a:defRPr>
            </a:lvl5pPr>
          </a:lstStyle>
          <a:p>
            <a:pPr lvl="0"/>
            <a:r>
              <a:rPr lang="en-GB" dirty="0"/>
              <a:t>Click to edit Master text styles</a:t>
            </a:r>
            <a:endParaRPr lang="en-BG" dirty="0"/>
          </a:p>
        </p:txBody>
      </p:sp>
      <p:sp>
        <p:nvSpPr>
          <p:cNvPr id="24" name="Text Placeholder 18">
            <a:extLst>
              <a:ext uri="{FF2B5EF4-FFF2-40B4-BE49-F238E27FC236}">
                <a16:creationId xmlns:a16="http://schemas.microsoft.com/office/drawing/2014/main" id="{0F2A6E53-CFA5-B1DF-8806-CE9A3CC9D1CB}"/>
              </a:ext>
            </a:extLst>
          </p:cNvPr>
          <p:cNvSpPr>
            <a:spLocks noGrp="1"/>
          </p:cNvSpPr>
          <p:nvPr>
            <p:ph type="body" sz="quarter" idx="50"/>
          </p:nvPr>
        </p:nvSpPr>
        <p:spPr>
          <a:xfrm>
            <a:off x="1830576" y="3351213"/>
            <a:ext cx="3548062" cy="987425"/>
          </a:xfrm>
        </p:spPr>
        <p:txBody>
          <a:bodyPr>
            <a:noAutofit/>
          </a:bodyPr>
          <a:lstStyle>
            <a:lvl1pPr>
              <a:defRPr sz="2400" b="0" i="0">
                <a:solidFill>
                  <a:schemeClr val="accent1"/>
                </a:solidFill>
                <a:latin typeface="All Round Gothic Medium" panose="020B0603020202020104" pitchFamily="34" charset="77"/>
              </a:defRPr>
            </a:lvl1pPr>
            <a:lvl2pPr>
              <a:defRPr sz="2400" b="0" i="0">
                <a:solidFill>
                  <a:schemeClr val="accent1"/>
                </a:solidFill>
                <a:latin typeface="All Round Gothic Medium" panose="020B0603020202020104" pitchFamily="34" charset="77"/>
              </a:defRPr>
            </a:lvl2pPr>
            <a:lvl3pPr>
              <a:defRPr sz="2400" b="0" i="0">
                <a:solidFill>
                  <a:schemeClr val="accent1"/>
                </a:solidFill>
                <a:latin typeface="All Round Gothic Medium" panose="020B0603020202020104" pitchFamily="34" charset="77"/>
              </a:defRPr>
            </a:lvl3pPr>
            <a:lvl4pPr>
              <a:defRPr sz="2400" b="0" i="0">
                <a:solidFill>
                  <a:schemeClr val="accent1"/>
                </a:solidFill>
                <a:latin typeface="All Round Gothic Medium" panose="020B0603020202020104" pitchFamily="34" charset="77"/>
              </a:defRPr>
            </a:lvl4pPr>
            <a:lvl5pPr>
              <a:defRPr sz="2400" b="0" i="0">
                <a:solidFill>
                  <a:schemeClr val="accent1"/>
                </a:solidFill>
                <a:latin typeface="All Round Gothic Medium" panose="020B0603020202020104" pitchFamily="34" charset="77"/>
              </a:defRPr>
            </a:lvl5pPr>
          </a:lstStyle>
          <a:p>
            <a:pPr lvl="0"/>
            <a:r>
              <a:rPr lang="en-GB" dirty="0"/>
              <a:t>Click to edit Master text styles</a:t>
            </a:r>
            <a:endParaRPr lang="en-BG" dirty="0"/>
          </a:p>
        </p:txBody>
      </p:sp>
      <p:pic>
        <p:nvPicPr>
          <p:cNvPr id="3" name="Group 1000005109" descr="preencoded.png">
            <a:extLst>
              <a:ext uri="{FF2B5EF4-FFF2-40B4-BE49-F238E27FC236}">
                <a16:creationId xmlns:a16="http://schemas.microsoft.com/office/drawing/2014/main" id="{C0971C0E-8DA5-8DAF-AE90-25D097DD6760}"/>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Tree>
    <p:extLst>
      <p:ext uri="{BB962C8B-B14F-4D97-AF65-F5344CB8AC3E}">
        <p14:creationId xmlns:p14="http://schemas.microsoft.com/office/powerpoint/2010/main" val="32649604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lide with Boxes v2">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0"/>
            <a:ext cx="7810501" cy="720439"/>
          </a:xfrm>
        </p:spPr>
        <p:txBody>
          <a:bodyPr/>
          <a:lstStyle/>
          <a:p>
            <a:r>
              <a:rPr lang="en-GB" dirty="0"/>
              <a:t>Click to edit Master title style</a:t>
            </a:r>
            <a:endParaRPr lang="en-BG" dirty="0"/>
          </a:p>
        </p:txBody>
      </p:sp>
      <p:pic>
        <p:nvPicPr>
          <p:cNvPr id="3" name="Group 1" descr="preencoded.png">
            <a:extLst>
              <a:ext uri="{FF2B5EF4-FFF2-40B4-BE49-F238E27FC236}">
                <a16:creationId xmlns:a16="http://schemas.microsoft.com/office/drawing/2014/main" id="{BDBA77DC-9DE9-044B-B601-8172BF9A4151}"/>
              </a:ext>
            </a:extLst>
          </p:cNvPr>
          <p:cNvPicPr/>
          <p:nvPr userDrawn="1"/>
        </p:nvPicPr>
        <p:blipFill>
          <a:blip r:embed="rId3"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4" name="Text Placeholder 8">
            <a:extLst>
              <a:ext uri="{FF2B5EF4-FFF2-40B4-BE49-F238E27FC236}">
                <a16:creationId xmlns:a16="http://schemas.microsoft.com/office/drawing/2014/main" id="{B1C3487F-FA61-43BA-FC89-078665F6C6D4}"/>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grpSp>
        <p:nvGrpSpPr>
          <p:cNvPr id="2" name="Group 1">
            <a:extLst>
              <a:ext uri="{FF2B5EF4-FFF2-40B4-BE49-F238E27FC236}">
                <a16:creationId xmlns:a16="http://schemas.microsoft.com/office/drawing/2014/main" id="{3A0CFC10-4663-F72A-A11F-DBADFAE1354C}"/>
              </a:ext>
            </a:extLst>
          </p:cNvPr>
          <p:cNvGrpSpPr/>
          <p:nvPr userDrawn="1"/>
        </p:nvGrpSpPr>
        <p:grpSpPr>
          <a:xfrm>
            <a:off x="0" y="5126962"/>
            <a:ext cx="18288000" cy="5601064"/>
            <a:chOff x="0" y="5126962"/>
            <a:chExt cx="18288000" cy="5601064"/>
          </a:xfrm>
        </p:grpSpPr>
        <p:sp>
          <p:nvSpPr>
            <p:cNvPr id="5" name="Rectangle 4">
              <a:extLst>
                <a:ext uri="{FF2B5EF4-FFF2-40B4-BE49-F238E27FC236}">
                  <a16:creationId xmlns:a16="http://schemas.microsoft.com/office/drawing/2014/main" id="{397C41B5-C42D-E50D-BD12-9EBDD721B7FC}"/>
                </a:ext>
              </a:extLst>
            </p:cNvPr>
            <p:cNvSpPr/>
            <p:nvPr userDrawn="1"/>
          </p:nvSpPr>
          <p:spPr>
            <a:xfrm>
              <a:off x="0" y="5126962"/>
              <a:ext cx="18288000" cy="51616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6" name="Rounded Rectangle 5">
              <a:extLst>
                <a:ext uri="{FF2B5EF4-FFF2-40B4-BE49-F238E27FC236}">
                  <a16:creationId xmlns:a16="http://schemas.microsoft.com/office/drawing/2014/main" id="{D477DCEF-7942-8CBB-E8F8-FF7FCCC755B4}"/>
                </a:ext>
              </a:extLst>
            </p:cNvPr>
            <p:cNvSpPr/>
            <p:nvPr userDrawn="1"/>
          </p:nvSpPr>
          <p:spPr>
            <a:xfrm>
              <a:off x="571500" y="5126962"/>
              <a:ext cx="17145000" cy="5601064"/>
            </a:xfrm>
            <a:prstGeom prst="roundRect">
              <a:avLst>
                <a:gd name="adj" fmla="val 4019"/>
              </a:avLst>
            </a:prstGeom>
            <a:gradFill>
              <a:gsLst>
                <a:gs pos="100000">
                  <a:schemeClr val="accent1"/>
                </a:gs>
                <a:gs pos="20000">
                  <a:schemeClr val="accent5"/>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grpSp>
      <p:sp>
        <p:nvSpPr>
          <p:cNvPr id="23" name="Slide Number Placeholder 5">
            <a:extLst>
              <a:ext uri="{FF2B5EF4-FFF2-40B4-BE49-F238E27FC236}">
                <a16:creationId xmlns:a16="http://schemas.microsoft.com/office/drawing/2014/main" id="{DA6C5193-A82C-7122-66F9-505E5E3F68B5}"/>
              </a:ext>
            </a:extLst>
          </p:cNvPr>
          <p:cNvSpPr>
            <a:spLocks noGrp="1"/>
          </p:cNvSpPr>
          <p:nvPr>
            <p:ph type="sldNum" sz="quarter" idx="4"/>
          </p:nvPr>
        </p:nvSpPr>
        <p:spPr>
          <a:xfrm>
            <a:off x="17202150" y="9782641"/>
            <a:ext cx="875786" cy="547772"/>
          </a:xfrm>
          <a:prstGeom prst="rect">
            <a:avLst/>
          </a:prstGeom>
        </p:spPr>
        <p:txBody>
          <a:bodyPr/>
          <a:lstStyle>
            <a:lvl1pPr algn="r">
              <a:defRPr sz="1200" b="0" i="0">
                <a:latin typeface="Overused Grotesk" pitchFamily="2" charset="0"/>
                <a:cs typeface="Overused Grotesk" pitchFamily="2" charset="0"/>
              </a:defRPr>
            </a:lvl1pPr>
          </a:lstStyle>
          <a:p>
            <a:fld id="{E54C2AF0-6624-4840-8F57-7C5177045B40}" type="slidenum">
              <a:rPr lang="en-US" smtClean="0"/>
              <a:pPr/>
              <a:t>‹#›</a:t>
            </a:fld>
            <a:endParaRPr lang="en-US" dirty="0"/>
          </a:p>
        </p:txBody>
      </p:sp>
      <p:sp>
        <p:nvSpPr>
          <p:cNvPr id="8" name="Rounded Rectangle 7">
            <a:extLst>
              <a:ext uri="{FF2B5EF4-FFF2-40B4-BE49-F238E27FC236}">
                <a16:creationId xmlns:a16="http://schemas.microsoft.com/office/drawing/2014/main" id="{DE3A9E0B-DEA0-2DBD-8300-D22F441F1ADD}"/>
              </a:ext>
            </a:extLst>
          </p:cNvPr>
          <p:cNvSpPr/>
          <p:nvPr userDrawn="1"/>
        </p:nvSpPr>
        <p:spPr>
          <a:xfrm>
            <a:off x="1206229" y="2918298"/>
            <a:ext cx="5136205" cy="5680953"/>
          </a:xfrm>
          <a:prstGeom prst="roundRect">
            <a:avLst>
              <a:gd name="adj" fmla="val 265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19" name="Rounded Rectangle 18">
            <a:extLst>
              <a:ext uri="{FF2B5EF4-FFF2-40B4-BE49-F238E27FC236}">
                <a16:creationId xmlns:a16="http://schemas.microsoft.com/office/drawing/2014/main" id="{DE992750-8A9D-63FC-883B-B500509649D7}"/>
              </a:ext>
            </a:extLst>
          </p:cNvPr>
          <p:cNvSpPr/>
          <p:nvPr userDrawn="1"/>
        </p:nvSpPr>
        <p:spPr>
          <a:xfrm>
            <a:off x="6536987" y="2918298"/>
            <a:ext cx="5136205" cy="5680953"/>
          </a:xfrm>
          <a:prstGeom prst="roundRect">
            <a:avLst>
              <a:gd name="adj" fmla="val 265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20" name="Rounded Rectangle 19">
            <a:extLst>
              <a:ext uri="{FF2B5EF4-FFF2-40B4-BE49-F238E27FC236}">
                <a16:creationId xmlns:a16="http://schemas.microsoft.com/office/drawing/2014/main" id="{49241E32-39C0-435B-62C1-8F4A6B09F474}"/>
              </a:ext>
            </a:extLst>
          </p:cNvPr>
          <p:cNvSpPr/>
          <p:nvPr userDrawn="1"/>
        </p:nvSpPr>
        <p:spPr>
          <a:xfrm>
            <a:off x="11905376" y="2918298"/>
            <a:ext cx="5136205" cy="5680953"/>
          </a:xfrm>
          <a:prstGeom prst="roundRect">
            <a:avLst>
              <a:gd name="adj" fmla="val 265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21" name="Picture Placeholder 20">
            <a:extLst>
              <a:ext uri="{FF2B5EF4-FFF2-40B4-BE49-F238E27FC236}">
                <a16:creationId xmlns:a16="http://schemas.microsoft.com/office/drawing/2014/main" id="{28FFF9E2-ADCC-0733-0F1D-ECBA8F359B7D}"/>
              </a:ext>
            </a:extLst>
          </p:cNvPr>
          <p:cNvSpPr>
            <a:spLocks noGrp="1"/>
          </p:cNvSpPr>
          <p:nvPr>
            <p:ph type="pic" sz="quarter" idx="21"/>
          </p:nvPr>
        </p:nvSpPr>
        <p:spPr>
          <a:xfrm>
            <a:off x="1206500" y="2917825"/>
            <a:ext cx="5135563" cy="2894937"/>
          </a:xfrm>
          <a:prstGeom prst="roundRect">
            <a:avLst>
              <a:gd name="adj" fmla="val 3799"/>
            </a:avLst>
          </a:prstGeom>
          <a:solidFill>
            <a:schemeClr val="tx1">
              <a:lumMod val="50000"/>
              <a:lumOff val="50000"/>
            </a:schemeClr>
          </a:solidFill>
        </p:spPr>
        <p:txBody>
          <a:bodyPr/>
          <a:lstStyle/>
          <a:p>
            <a:endParaRPr lang="en-BG"/>
          </a:p>
        </p:txBody>
      </p:sp>
      <p:sp>
        <p:nvSpPr>
          <p:cNvPr id="22" name="Picture Placeholder 20">
            <a:extLst>
              <a:ext uri="{FF2B5EF4-FFF2-40B4-BE49-F238E27FC236}">
                <a16:creationId xmlns:a16="http://schemas.microsoft.com/office/drawing/2014/main" id="{C4A28DDC-FA9A-9416-3C43-43AE4935041C}"/>
              </a:ext>
            </a:extLst>
          </p:cNvPr>
          <p:cNvSpPr>
            <a:spLocks noGrp="1"/>
          </p:cNvSpPr>
          <p:nvPr>
            <p:ph type="pic" sz="quarter" idx="22"/>
          </p:nvPr>
        </p:nvSpPr>
        <p:spPr>
          <a:xfrm>
            <a:off x="6536783" y="2917825"/>
            <a:ext cx="5135563" cy="2894937"/>
          </a:xfrm>
          <a:prstGeom prst="roundRect">
            <a:avLst>
              <a:gd name="adj" fmla="val 3213"/>
            </a:avLst>
          </a:prstGeom>
          <a:solidFill>
            <a:schemeClr val="tx1">
              <a:lumMod val="50000"/>
              <a:lumOff val="50000"/>
            </a:schemeClr>
          </a:solidFill>
        </p:spPr>
        <p:txBody>
          <a:bodyPr/>
          <a:lstStyle/>
          <a:p>
            <a:endParaRPr lang="en-BG"/>
          </a:p>
        </p:txBody>
      </p:sp>
      <p:sp>
        <p:nvSpPr>
          <p:cNvPr id="24" name="Picture Placeholder 20">
            <a:extLst>
              <a:ext uri="{FF2B5EF4-FFF2-40B4-BE49-F238E27FC236}">
                <a16:creationId xmlns:a16="http://schemas.microsoft.com/office/drawing/2014/main" id="{2AB9B6B9-D309-59ED-8727-458DCB185656}"/>
              </a:ext>
            </a:extLst>
          </p:cNvPr>
          <p:cNvSpPr>
            <a:spLocks noGrp="1"/>
          </p:cNvSpPr>
          <p:nvPr>
            <p:ph type="pic" sz="quarter" idx="23"/>
          </p:nvPr>
        </p:nvSpPr>
        <p:spPr>
          <a:xfrm>
            <a:off x="11911671" y="2917825"/>
            <a:ext cx="5135563" cy="2894937"/>
          </a:xfrm>
          <a:prstGeom prst="roundRect">
            <a:avLst>
              <a:gd name="adj" fmla="val 3798"/>
            </a:avLst>
          </a:prstGeom>
          <a:solidFill>
            <a:schemeClr val="tx1">
              <a:lumMod val="50000"/>
              <a:lumOff val="50000"/>
            </a:schemeClr>
          </a:solidFill>
        </p:spPr>
        <p:txBody>
          <a:bodyPr/>
          <a:lstStyle/>
          <a:p>
            <a:endParaRPr lang="en-BG"/>
          </a:p>
        </p:txBody>
      </p:sp>
      <p:sp>
        <p:nvSpPr>
          <p:cNvPr id="27" name="Rounded Rectangle 26">
            <a:extLst>
              <a:ext uri="{FF2B5EF4-FFF2-40B4-BE49-F238E27FC236}">
                <a16:creationId xmlns:a16="http://schemas.microsoft.com/office/drawing/2014/main" id="{708ADA15-D6CB-2AF9-A75E-28861F8E416C}"/>
              </a:ext>
            </a:extLst>
          </p:cNvPr>
          <p:cNvSpPr/>
          <p:nvPr userDrawn="1"/>
        </p:nvSpPr>
        <p:spPr>
          <a:xfrm>
            <a:off x="1476334" y="6039859"/>
            <a:ext cx="2281324" cy="388933"/>
          </a:xfrm>
          <a:prstGeom prst="roundRect">
            <a:avLst>
              <a:gd name="adj" fmla="val 23096"/>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29" name="Rounded Rectangle 28">
            <a:extLst>
              <a:ext uri="{FF2B5EF4-FFF2-40B4-BE49-F238E27FC236}">
                <a16:creationId xmlns:a16="http://schemas.microsoft.com/office/drawing/2014/main" id="{38EFD7E3-41F0-3ED5-1556-549197705450}"/>
              </a:ext>
            </a:extLst>
          </p:cNvPr>
          <p:cNvSpPr/>
          <p:nvPr userDrawn="1"/>
        </p:nvSpPr>
        <p:spPr>
          <a:xfrm>
            <a:off x="6826158" y="6039859"/>
            <a:ext cx="2281324" cy="388933"/>
          </a:xfrm>
          <a:prstGeom prst="roundRect">
            <a:avLst>
              <a:gd name="adj" fmla="val 23096"/>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30" name="Rounded Rectangle 29">
            <a:extLst>
              <a:ext uri="{FF2B5EF4-FFF2-40B4-BE49-F238E27FC236}">
                <a16:creationId xmlns:a16="http://schemas.microsoft.com/office/drawing/2014/main" id="{788DE9AF-1AE5-0A6B-3414-983E25A2AD84}"/>
              </a:ext>
            </a:extLst>
          </p:cNvPr>
          <p:cNvSpPr/>
          <p:nvPr userDrawn="1"/>
        </p:nvSpPr>
        <p:spPr>
          <a:xfrm>
            <a:off x="12197265" y="6039859"/>
            <a:ext cx="2281324" cy="388933"/>
          </a:xfrm>
          <a:prstGeom prst="roundRect">
            <a:avLst>
              <a:gd name="adj" fmla="val 23096"/>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35" name="Text Placeholder 44">
            <a:extLst>
              <a:ext uri="{FF2B5EF4-FFF2-40B4-BE49-F238E27FC236}">
                <a16:creationId xmlns:a16="http://schemas.microsoft.com/office/drawing/2014/main" id="{39E7A28E-277A-744D-E20D-8952DB2406BB}"/>
              </a:ext>
            </a:extLst>
          </p:cNvPr>
          <p:cNvSpPr>
            <a:spLocks noGrp="1"/>
          </p:cNvSpPr>
          <p:nvPr>
            <p:ph type="body" sz="quarter" idx="33" hasCustomPrompt="1"/>
          </p:nvPr>
        </p:nvSpPr>
        <p:spPr>
          <a:xfrm>
            <a:off x="1527651" y="6094523"/>
            <a:ext cx="2171498" cy="287616"/>
          </a:xfrm>
          <a:prstGeom prst="rect">
            <a:avLst/>
          </a:prstGeom>
        </p:spPr>
        <p:txBody>
          <a:bodyPr/>
          <a:lstStyle>
            <a:lvl1pPr marL="0" indent="0">
              <a:buNone/>
              <a:defRPr sz="1600" b="0" i="0">
                <a:solidFill>
                  <a:schemeClr val="bg1"/>
                </a:solidFill>
                <a:latin typeface="Overused Grotesk" pitchFamily="2" charset="0"/>
              </a:defRPr>
            </a:lvl1pPr>
            <a:lvl2pPr>
              <a:defRPr sz="1400" b="0" i="0">
                <a:solidFill>
                  <a:schemeClr val="bg1"/>
                </a:solidFill>
                <a:latin typeface="Bahnschrift" panose="020B0502040204020203" pitchFamily="34" charset="0"/>
              </a:defRPr>
            </a:lvl2pPr>
            <a:lvl3pPr>
              <a:defRPr sz="1400" b="0" i="0">
                <a:solidFill>
                  <a:schemeClr val="bg1"/>
                </a:solidFill>
                <a:latin typeface="Bahnschrift" panose="020B0502040204020203" pitchFamily="34" charset="0"/>
              </a:defRPr>
            </a:lvl3pPr>
            <a:lvl4pPr>
              <a:defRPr sz="1400" b="0" i="0">
                <a:solidFill>
                  <a:schemeClr val="bg1"/>
                </a:solidFill>
                <a:latin typeface="Bahnschrift" panose="020B0502040204020203" pitchFamily="34" charset="0"/>
              </a:defRPr>
            </a:lvl4pPr>
            <a:lvl5pPr>
              <a:defRPr sz="1400" b="0" i="0">
                <a:solidFill>
                  <a:schemeClr val="bg1"/>
                </a:solidFill>
                <a:latin typeface="Bahnschrift" panose="020B0502040204020203" pitchFamily="34" charset="0"/>
              </a:defRPr>
            </a:lvl5pPr>
          </a:lstStyle>
          <a:p>
            <a:pPr lvl="0"/>
            <a:r>
              <a:rPr lang="en-GB" dirty="0"/>
              <a:t>LOREM IPSUM DOLOR</a:t>
            </a:r>
            <a:endParaRPr lang="en-BG" dirty="0"/>
          </a:p>
        </p:txBody>
      </p:sp>
      <p:sp>
        <p:nvSpPr>
          <p:cNvPr id="40" name="Text Placeholder 27">
            <a:extLst>
              <a:ext uri="{FF2B5EF4-FFF2-40B4-BE49-F238E27FC236}">
                <a16:creationId xmlns:a16="http://schemas.microsoft.com/office/drawing/2014/main" id="{3C173ECB-15A5-DA95-DDB1-373949BCE0B2}"/>
              </a:ext>
            </a:extLst>
          </p:cNvPr>
          <p:cNvSpPr>
            <a:spLocks noGrp="1"/>
          </p:cNvSpPr>
          <p:nvPr>
            <p:ph type="body" sz="quarter" idx="14"/>
          </p:nvPr>
        </p:nvSpPr>
        <p:spPr>
          <a:xfrm>
            <a:off x="1476334" y="6631217"/>
            <a:ext cx="4655879" cy="1685198"/>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
        <p:nvSpPr>
          <p:cNvPr id="42" name="Text Placeholder 27">
            <a:extLst>
              <a:ext uri="{FF2B5EF4-FFF2-40B4-BE49-F238E27FC236}">
                <a16:creationId xmlns:a16="http://schemas.microsoft.com/office/drawing/2014/main" id="{71F1F46A-4710-F1FC-2CCF-A76EFAAF1CF3}"/>
              </a:ext>
            </a:extLst>
          </p:cNvPr>
          <p:cNvSpPr>
            <a:spLocks noGrp="1"/>
          </p:cNvSpPr>
          <p:nvPr>
            <p:ph type="body" sz="quarter" idx="39"/>
          </p:nvPr>
        </p:nvSpPr>
        <p:spPr>
          <a:xfrm>
            <a:off x="6770229" y="6631217"/>
            <a:ext cx="4655879" cy="1685198"/>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
        <p:nvSpPr>
          <p:cNvPr id="44" name="Text Placeholder 27">
            <a:extLst>
              <a:ext uri="{FF2B5EF4-FFF2-40B4-BE49-F238E27FC236}">
                <a16:creationId xmlns:a16="http://schemas.microsoft.com/office/drawing/2014/main" id="{DC48FF12-3510-D983-831F-F2CFDC2F63B5}"/>
              </a:ext>
            </a:extLst>
          </p:cNvPr>
          <p:cNvSpPr>
            <a:spLocks noGrp="1"/>
          </p:cNvSpPr>
          <p:nvPr>
            <p:ph type="body" sz="quarter" idx="40"/>
          </p:nvPr>
        </p:nvSpPr>
        <p:spPr>
          <a:xfrm>
            <a:off x="12136313" y="6631217"/>
            <a:ext cx="4655879" cy="1685198"/>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
        <p:nvSpPr>
          <p:cNvPr id="48" name="Text Placeholder 47">
            <a:extLst>
              <a:ext uri="{FF2B5EF4-FFF2-40B4-BE49-F238E27FC236}">
                <a16:creationId xmlns:a16="http://schemas.microsoft.com/office/drawing/2014/main" id="{D7369343-9D4F-12FB-CDB3-AAFCB84D49E9}"/>
              </a:ext>
            </a:extLst>
          </p:cNvPr>
          <p:cNvSpPr>
            <a:spLocks noGrp="1"/>
          </p:cNvSpPr>
          <p:nvPr>
            <p:ph type="body" sz="quarter" idx="41" hasCustomPrompt="1"/>
          </p:nvPr>
        </p:nvSpPr>
        <p:spPr>
          <a:xfrm>
            <a:off x="6864336" y="6094792"/>
            <a:ext cx="2271140" cy="287337"/>
          </a:xfrm>
        </p:spPr>
        <p:txBody>
          <a:bodyPr/>
          <a:lstStyle>
            <a:lvl1pPr>
              <a:defRPr sz="1600">
                <a:solidFill>
                  <a:schemeClr val="bg1"/>
                </a:solidFill>
              </a:defRPr>
            </a:lvl1pPr>
          </a:lstStyle>
          <a:p>
            <a:pPr lvl="0"/>
            <a:r>
              <a:rPr lang="en-GB" dirty="0"/>
              <a:t>LOREM IPSUM DOLOR</a:t>
            </a:r>
            <a:endParaRPr lang="en-BG" dirty="0"/>
          </a:p>
        </p:txBody>
      </p:sp>
      <p:sp>
        <p:nvSpPr>
          <p:cNvPr id="49" name="Text Placeholder 47">
            <a:extLst>
              <a:ext uri="{FF2B5EF4-FFF2-40B4-BE49-F238E27FC236}">
                <a16:creationId xmlns:a16="http://schemas.microsoft.com/office/drawing/2014/main" id="{5FAA185E-6285-CC17-BCA6-EC2BFBC16BB6}"/>
              </a:ext>
            </a:extLst>
          </p:cNvPr>
          <p:cNvSpPr>
            <a:spLocks noGrp="1"/>
          </p:cNvSpPr>
          <p:nvPr>
            <p:ph type="body" sz="quarter" idx="42" hasCustomPrompt="1"/>
          </p:nvPr>
        </p:nvSpPr>
        <p:spPr>
          <a:xfrm>
            <a:off x="12244692" y="6090656"/>
            <a:ext cx="2271140" cy="287337"/>
          </a:xfrm>
        </p:spPr>
        <p:txBody>
          <a:bodyPr/>
          <a:lstStyle>
            <a:lvl1pPr>
              <a:defRPr sz="1600">
                <a:solidFill>
                  <a:schemeClr val="bg1"/>
                </a:solidFill>
              </a:defRPr>
            </a:lvl1pPr>
          </a:lstStyle>
          <a:p>
            <a:pPr lvl="0"/>
            <a:r>
              <a:rPr lang="en-GB" dirty="0"/>
              <a:t>LOREM IPSUM DOLOR</a:t>
            </a:r>
            <a:endParaRPr lang="en-BG" dirty="0"/>
          </a:p>
        </p:txBody>
      </p:sp>
      <p:sp>
        <p:nvSpPr>
          <p:cNvPr id="9" name="TextBox 8">
            <a:extLst>
              <a:ext uri="{FF2B5EF4-FFF2-40B4-BE49-F238E27FC236}">
                <a16:creationId xmlns:a16="http://schemas.microsoft.com/office/drawing/2014/main" id="{D97932C0-E2A7-8013-5427-489CC730AB66}"/>
              </a:ext>
            </a:extLst>
          </p:cNvPr>
          <p:cNvSpPr txBox="1">
            <a:spLocks/>
          </p:cNvSpPr>
          <p:nvPr userDrawn="1"/>
        </p:nvSpPr>
        <p:spPr>
          <a:xfrm>
            <a:off x="1000125"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spTree>
    <p:extLst>
      <p:ext uri="{BB962C8B-B14F-4D97-AF65-F5344CB8AC3E}">
        <p14:creationId xmlns:p14="http://schemas.microsoft.com/office/powerpoint/2010/main" val="15347779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asic Slide with Numbers">
    <p:spTree>
      <p:nvGrpSpPr>
        <p:cNvPr id="1" name=""/>
        <p:cNvGrpSpPr/>
        <p:nvPr/>
      </p:nvGrpSpPr>
      <p:grpSpPr>
        <a:xfrm>
          <a:off x="0" y="0"/>
          <a:ext cx="0" cy="0"/>
          <a:chOff x="0" y="0"/>
          <a:chExt cx="0" cy="0"/>
        </a:xfrm>
      </p:grpSpPr>
      <p:sp>
        <p:nvSpPr>
          <p:cNvPr id="14" name="Text Placeholder 27">
            <a:extLst>
              <a:ext uri="{FF2B5EF4-FFF2-40B4-BE49-F238E27FC236}">
                <a16:creationId xmlns:a16="http://schemas.microsoft.com/office/drawing/2014/main" id="{810729FA-58B6-02A2-B4AD-49F2A11D711F}"/>
              </a:ext>
            </a:extLst>
          </p:cNvPr>
          <p:cNvSpPr>
            <a:spLocks noGrp="1"/>
          </p:cNvSpPr>
          <p:nvPr>
            <p:ph type="body" sz="quarter" idx="14"/>
          </p:nvPr>
        </p:nvSpPr>
        <p:spPr>
          <a:xfrm>
            <a:off x="9478964" y="1282611"/>
            <a:ext cx="7402268" cy="2979737"/>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0"/>
            <a:ext cx="7810501" cy="720439"/>
          </a:xfrm>
        </p:spPr>
        <p:txBody>
          <a:bodyPr/>
          <a:lstStyle/>
          <a:p>
            <a:r>
              <a:rPr lang="en-GB" dirty="0"/>
              <a:t>Click to edit Master title style</a:t>
            </a:r>
            <a:endParaRPr lang="en-BG" dirty="0"/>
          </a:p>
        </p:txBody>
      </p:sp>
      <p:pic>
        <p:nvPicPr>
          <p:cNvPr id="3" name="Group 1" descr="preencoded.png">
            <a:extLst>
              <a:ext uri="{FF2B5EF4-FFF2-40B4-BE49-F238E27FC236}">
                <a16:creationId xmlns:a16="http://schemas.microsoft.com/office/drawing/2014/main" id="{BDBA77DC-9DE9-044B-B601-8172BF9A4151}"/>
              </a:ext>
            </a:extLst>
          </p:cNvPr>
          <p:cNvPicPr/>
          <p:nvPr userDrawn="1"/>
        </p:nvPicPr>
        <p:blipFill>
          <a:blip r:embed="rId3"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4" name="Text Placeholder 8">
            <a:extLst>
              <a:ext uri="{FF2B5EF4-FFF2-40B4-BE49-F238E27FC236}">
                <a16:creationId xmlns:a16="http://schemas.microsoft.com/office/drawing/2014/main" id="{B1C3487F-FA61-43BA-FC89-078665F6C6D4}"/>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grpSp>
        <p:nvGrpSpPr>
          <p:cNvPr id="2" name="Group 1">
            <a:extLst>
              <a:ext uri="{FF2B5EF4-FFF2-40B4-BE49-F238E27FC236}">
                <a16:creationId xmlns:a16="http://schemas.microsoft.com/office/drawing/2014/main" id="{3A0CFC10-4663-F72A-A11F-DBADFAE1354C}"/>
              </a:ext>
            </a:extLst>
          </p:cNvPr>
          <p:cNvGrpSpPr/>
          <p:nvPr userDrawn="1"/>
        </p:nvGrpSpPr>
        <p:grpSpPr>
          <a:xfrm>
            <a:off x="0" y="5126962"/>
            <a:ext cx="18288000" cy="5601064"/>
            <a:chOff x="0" y="5126962"/>
            <a:chExt cx="18288000" cy="5601064"/>
          </a:xfrm>
        </p:grpSpPr>
        <p:sp>
          <p:nvSpPr>
            <p:cNvPr id="5" name="Rectangle 4">
              <a:extLst>
                <a:ext uri="{FF2B5EF4-FFF2-40B4-BE49-F238E27FC236}">
                  <a16:creationId xmlns:a16="http://schemas.microsoft.com/office/drawing/2014/main" id="{397C41B5-C42D-E50D-BD12-9EBDD721B7FC}"/>
                </a:ext>
              </a:extLst>
            </p:cNvPr>
            <p:cNvSpPr/>
            <p:nvPr userDrawn="1"/>
          </p:nvSpPr>
          <p:spPr>
            <a:xfrm>
              <a:off x="0" y="5126962"/>
              <a:ext cx="18288000" cy="51616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6" name="Rounded Rectangle 5">
              <a:extLst>
                <a:ext uri="{FF2B5EF4-FFF2-40B4-BE49-F238E27FC236}">
                  <a16:creationId xmlns:a16="http://schemas.microsoft.com/office/drawing/2014/main" id="{D477DCEF-7942-8CBB-E8F8-FF7FCCC755B4}"/>
                </a:ext>
              </a:extLst>
            </p:cNvPr>
            <p:cNvSpPr/>
            <p:nvPr userDrawn="1"/>
          </p:nvSpPr>
          <p:spPr>
            <a:xfrm>
              <a:off x="571500" y="5126962"/>
              <a:ext cx="17145000" cy="5601064"/>
            </a:xfrm>
            <a:prstGeom prst="roundRect">
              <a:avLst>
                <a:gd name="adj" fmla="val 4019"/>
              </a:avLst>
            </a:prstGeom>
            <a:gradFill>
              <a:gsLst>
                <a:gs pos="100000">
                  <a:schemeClr val="accent1"/>
                </a:gs>
                <a:gs pos="20000">
                  <a:schemeClr val="accent5"/>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grpSp>
      <p:sp>
        <p:nvSpPr>
          <p:cNvPr id="7" name="TextBox 6">
            <a:extLst>
              <a:ext uri="{FF2B5EF4-FFF2-40B4-BE49-F238E27FC236}">
                <a16:creationId xmlns:a16="http://schemas.microsoft.com/office/drawing/2014/main" id="{1CC813E6-0B28-1B42-5C13-4DC9219897ED}"/>
              </a:ext>
            </a:extLst>
          </p:cNvPr>
          <p:cNvSpPr txBox="1">
            <a:spLocks/>
          </p:cNvSpPr>
          <p:nvPr userDrawn="1"/>
        </p:nvSpPr>
        <p:spPr>
          <a:xfrm>
            <a:off x="1000125"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sp>
        <p:nvSpPr>
          <p:cNvPr id="9" name="Rounded Rectangle 8">
            <a:extLst>
              <a:ext uri="{FF2B5EF4-FFF2-40B4-BE49-F238E27FC236}">
                <a16:creationId xmlns:a16="http://schemas.microsoft.com/office/drawing/2014/main" id="{79720DB6-7CEC-74EB-8E6A-D9BD3791B6D1}"/>
              </a:ext>
            </a:extLst>
          </p:cNvPr>
          <p:cNvSpPr/>
          <p:nvPr userDrawn="1"/>
        </p:nvSpPr>
        <p:spPr>
          <a:xfrm>
            <a:off x="1095053" y="6642999"/>
            <a:ext cx="532516" cy="532516"/>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10" name="Rounded Rectangle 9">
            <a:extLst>
              <a:ext uri="{FF2B5EF4-FFF2-40B4-BE49-F238E27FC236}">
                <a16:creationId xmlns:a16="http://schemas.microsoft.com/office/drawing/2014/main" id="{6B0C15D8-66FC-31C4-5AAE-2FFE613882B4}"/>
              </a:ext>
            </a:extLst>
          </p:cNvPr>
          <p:cNvSpPr/>
          <p:nvPr userDrawn="1"/>
        </p:nvSpPr>
        <p:spPr>
          <a:xfrm>
            <a:off x="5350646" y="6642999"/>
            <a:ext cx="532516" cy="532516"/>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11" name="Rounded Rectangle 10">
            <a:extLst>
              <a:ext uri="{FF2B5EF4-FFF2-40B4-BE49-F238E27FC236}">
                <a16:creationId xmlns:a16="http://schemas.microsoft.com/office/drawing/2014/main" id="{1A90B247-C159-FA88-EA08-33D7E84612E9}"/>
              </a:ext>
            </a:extLst>
          </p:cNvPr>
          <p:cNvSpPr/>
          <p:nvPr userDrawn="1"/>
        </p:nvSpPr>
        <p:spPr>
          <a:xfrm>
            <a:off x="9552459" y="6642999"/>
            <a:ext cx="532516" cy="532516"/>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12" name="Rounded Rectangle 11">
            <a:extLst>
              <a:ext uri="{FF2B5EF4-FFF2-40B4-BE49-F238E27FC236}">
                <a16:creationId xmlns:a16="http://schemas.microsoft.com/office/drawing/2014/main" id="{4119D444-0AD7-485B-C9C2-DFD2982F9D2B}"/>
              </a:ext>
            </a:extLst>
          </p:cNvPr>
          <p:cNvSpPr/>
          <p:nvPr userDrawn="1"/>
        </p:nvSpPr>
        <p:spPr>
          <a:xfrm>
            <a:off x="13799992" y="6659475"/>
            <a:ext cx="532516" cy="532516"/>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13" name="Text Placeholder 40">
            <a:extLst>
              <a:ext uri="{FF2B5EF4-FFF2-40B4-BE49-F238E27FC236}">
                <a16:creationId xmlns:a16="http://schemas.microsoft.com/office/drawing/2014/main" id="{3443EDE1-9C17-48EF-625D-208AB938571E}"/>
              </a:ext>
            </a:extLst>
          </p:cNvPr>
          <p:cNvSpPr>
            <a:spLocks noGrp="1"/>
          </p:cNvSpPr>
          <p:nvPr>
            <p:ph type="body" sz="quarter" idx="18" hasCustomPrompt="1"/>
          </p:nvPr>
        </p:nvSpPr>
        <p:spPr>
          <a:xfrm>
            <a:off x="1093427" y="6727793"/>
            <a:ext cx="532194" cy="422887"/>
          </a:xfrm>
        </p:spPr>
        <p:txBody>
          <a:bodyPr/>
          <a:lstStyle>
            <a:lvl1pPr algn="ctr">
              <a:defRPr sz="2400" b="0" i="0">
                <a:latin typeface="All Round Gothic Medium" panose="020B0603020202020104" pitchFamily="34" charset="77"/>
              </a:defRPr>
            </a:lvl1pPr>
          </a:lstStyle>
          <a:p>
            <a:pPr lvl="0"/>
            <a:r>
              <a:rPr lang="en-GB" dirty="0"/>
              <a:t>01</a:t>
            </a:r>
            <a:endParaRPr lang="en-BG" dirty="0"/>
          </a:p>
        </p:txBody>
      </p:sp>
      <p:sp>
        <p:nvSpPr>
          <p:cNvPr id="15" name="Text Placeholder 40">
            <a:extLst>
              <a:ext uri="{FF2B5EF4-FFF2-40B4-BE49-F238E27FC236}">
                <a16:creationId xmlns:a16="http://schemas.microsoft.com/office/drawing/2014/main" id="{523B014E-B591-A386-A162-8B75A3D615C2}"/>
              </a:ext>
            </a:extLst>
          </p:cNvPr>
          <p:cNvSpPr>
            <a:spLocks noGrp="1"/>
          </p:cNvSpPr>
          <p:nvPr>
            <p:ph type="body" sz="quarter" idx="19" hasCustomPrompt="1"/>
          </p:nvPr>
        </p:nvSpPr>
        <p:spPr>
          <a:xfrm>
            <a:off x="5365624" y="6727793"/>
            <a:ext cx="532194" cy="422887"/>
          </a:xfrm>
        </p:spPr>
        <p:txBody>
          <a:bodyPr/>
          <a:lstStyle>
            <a:lvl1pPr>
              <a:defRPr sz="2400" b="0" i="0">
                <a:latin typeface="All Round Gothic Medium" panose="020B0603020202020104" pitchFamily="34" charset="77"/>
              </a:defRPr>
            </a:lvl1pPr>
          </a:lstStyle>
          <a:p>
            <a:pPr lvl="0"/>
            <a:r>
              <a:rPr lang="en-GB" dirty="0"/>
              <a:t>02</a:t>
            </a:r>
            <a:endParaRPr lang="en-BG" dirty="0"/>
          </a:p>
        </p:txBody>
      </p:sp>
      <p:sp>
        <p:nvSpPr>
          <p:cNvPr id="17" name="Text Placeholder 40">
            <a:extLst>
              <a:ext uri="{FF2B5EF4-FFF2-40B4-BE49-F238E27FC236}">
                <a16:creationId xmlns:a16="http://schemas.microsoft.com/office/drawing/2014/main" id="{403A9E56-285E-BA2C-9586-15CE9D41DD95}"/>
              </a:ext>
            </a:extLst>
          </p:cNvPr>
          <p:cNvSpPr>
            <a:spLocks noGrp="1"/>
          </p:cNvSpPr>
          <p:nvPr>
            <p:ph type="body" sz="quarter" idx="20" hasCustomPrompt="1"/>
          </p:nvPr>
        </p:nvSpPr>
        <p:spPr>
          <a:xfrm>
            <a:off x="9565164" y="6727793"/>
            <a:ext cx="532194" cy="422887"/>
          </a:xfrm>
        </p:spPr>
        <p:txBody>
          <a:bodyPr/>
          <a:lstStyle>
            <a:lvl1pPr>
              <a:defRPr sz="2400" b="0" i="0">
                <a:latin typeface="All Round Gothic Medium" panose="020B0603020202020104" pitchFamily="34" charset="77"/>
              </a:defRPr>
            </a:lvl1pPr>
          </a:lstStyle>
          <a:p>
            <a:pPr lvl="0"/>
            <a:r>
              <a:rPr lang="en-GB" dirty="0"/>
              <a:t>03</a:t>
            </a:r>
            <a:endParaRPr lang="en-BG" dirty="0"/>
          </a:p>
        </p:txBody>
      </p:sp>
      <p:sp>
        <p:nvSpPr>
          <p:cNvPr id="18" name="Text Placeholder 40">
            <a:extLst>
              <a:ext uri="{FF2B5EF4-FFF2-40B4-BE49-F238E27FC236}">
                <a16:creationId xmlns:a16="http://schemas.microsoft.com/office/drawing/2014/main" id="{2F1083CA-C48A-A34C-7E20-3768A0AB9FCA}"/>
              </a:ext>
            </a:extLst>
          </p:cNvPr>
          <p:cNvSpPr>
            <a:spLocks noGrp="1"/>
          </p:cNvSpPr>
          <p:nvPr>
            <p:ph type="body" sz="quarter" idx="21" hasCustomPrompt="1"/>
          </p:nvPr>
        </p:nvSpPr>
        <p:spPr>
          <a:xfrm>
            <a:off x="13811612" y="6727793"/>
            <a:ext cx="532194" cy="422887"/>
          </a:xfrm>
        </p:spPr>
        <p:txBody>
          <a:bodyPr/>
          <a:lstStyle>
            <a:lvl1pPr>
              <a:defRPr sz="2400" b="0" i="0">
                <a:latin typeface="All Round Gothic Medium" panose="020B0603020202020104" pitchFamily="34" charset="77"/>
              </a:defRPr>
            </a:lvl1pPr>
          </a:lstStyle>
          <a:p>
            <a:pPr lvl="0"/>
            <a:r>
              <a:rPr lang="en-GB" dirty="0"/>
              <a:t>04</a:t>
            </a:r>
            <a:endParaRPr lang="en-BG" dirty="0"/>
          </a:p>
        </p:txBody>
      </p:sp>
      <p:sp>
        <p:nvSpPr>
          <p:cNvPr id="23" name="Slide Number Placeholder 5">
            <a:extLst>
              <a:ext uri="{FF2B5EF4-FFF2-40B4-BE49-F238E27FC236}">
                <a16:creationId xmlns:a16="http://schemas.microsoft.com/office/drawing/2014/main" id="{DA6C5193-A82C-7122-66F9-505E5E3F68B5}"/>
              </a:ext>
            </a:extLst>
          </p:cNvPr>
          <p:cNvSpPr>
            <a:spLocks noGrp="1"/>
          </p:cNvSpPr>
          <p:nvPr>
            <p:ph type="sldNum" sz="quarter" idx="4"/>
          </p:nvPr>
        </p:nvSpPr>
        <p:spPr>
          <a:xfrm>
            <a:off x="17202150" y="9782641"/>
            <a:ext cx="875786" cy="547772"/>
          </a:xfrm>
          <a:prstGeom prst="rect">
            <a:avLst/>
          </a:prstGeom>
        </p:spPr>
        <p:txBody>
          <a:bodyPr/>
          <a:lstStyle>
            <a:lvl1pPr algn="r">
              <a:defRPr sz="1200" b="0" i="0">
                <a:latin typeface="Overused Grotesk" pitchFamily="2" charset="0"/>
                <a:cs typeface="Overused Grotesk" pitchFamily="2" charset="0"/>
              </a:defRPr>
            </a:lvl1pPr>
          </a:lstStyle>
          <a:p>
            <a:fld id="{E54C2AF0-6624-4840-8F57-7C5177045B40}" type="slidenum">
              <a:rPr lang="en-US" smtClean="0"/>
              <a:pPr/>
              <a:t>‹#›</a:t>
            </a:fld>
            <a:endParaRPr lang="en-US" dirty="0"/>
          </a:p>
        </p:txBody>
      </p:sp>
      <p:sp>
        <p:nvSpPr>
          <p:cNvPr id="26" name="Text Placeholder 27">
            <a:extLst>
              <a:ext uri="{FF2B5EF4-FFF2-40B4-BE49-F238E27FC236}">
                <a16:creationId xmlns:a16="http://schemas.microsoft.com/office/drawing/2014/main" id="{25F1FCE7-4357-64E6-DA03-65A0F3BDE121}"/>
              </a:ext>
            </a:extLst>
          </p:cNvPr>
          <p:cNvSpPr>
            <a:spLocks noGrp="1"/>
          </p:cNvSpPr>
          <p:nvPr>
            <p:ph type="body" sz="quarter" idx="42"/>
          </p:nvPr>
        </p:nvSpPr>
        <p:spPr>
          <a:xfrm>
            <a:off x="1108210" y="7517121"/>
            <a:ext cx="3305467" cy="1660525"/>
          </a:xfrm>
        </p:spPr>
        <p:txBody>
          <a:bodyPr>
            <a:normAutofit/>
          </a:bodyPr>
          <a:lstStyle>
            <a:lvl1pPr>
              <a:defRPr sz="1600" b="0" i="0">
                <a:solidFill>
                  <a:schemeClr val="bg1"/>
                </a:solidFill>
                <a:latin typeface="Overused Grotesk" pitchFamily="2" charset="0"/>
              </a:defRPr>
            </a:lvl1pPr>
            <a:lvl2pPr>
              <a:defRPr sz="1600" b="0" i="0">
                <a:solidFill>
                  <a:schemeClr val="bg1"/>
                </a:solidFill>
                <a:latin typeface="Overused Grotesk" pitchFamily="2" charset="0"/>
              </a:defRPr>
            </a:lvl2pPr>
            <a:lvl3pPr>
              <a:defRPr sz="1600" b="0" i="0">
                <a:solidFill>
                  <a:schemeClr val="bg1"/>
                </a:solidFill>
                <a:latin typeface="Overused Grotesk" pitchFamily="2" charset="0"/>
              </a:defRPr>
            </a:lvl3pPr>
            <a:lvl4pPr>
              <a:defRPr sz="1600" b="0" i="0">
                <a:solidFill>
                  <a:schemeClr val="bg1"/>
                </a:solidFill>
                <a:latin typeface="Overused Grotesk" pitchFamily="2" charset="0"/>
              </a:defRPr>
            </a:lvl4pPr>
            <a:lvl5pPr>
              <a:defRPr sz="1600" b="0" i="0">
                <a:solidFill>
                  <a:schemeClr val="bg1"/>
                </a:solidFill>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
        <p:nvSpPr>
          <p:cNvPr id="28" name="Text Placeholder 27">
            <a:extLst>
              <a:ext uri="{FF2B5EF4-FFF2-40B4-BE49-F238E27FC236}">
                <a16:creationId xmlns:a16="http://schemas.microsoft.com/office/drawing/2014/main" id="{01E11E0E-32B9-9339-93DC-69A8545A362B}"/>
              </a:ext>
            </a:extLst>
          </p:cNvPr>
          <p:cNvSpPr>
            <a:spLocks noGrp="1"/>
          </p:cNvSpPr>
          <p:nvPr>
            <p:ph type="body" sz="quarter" idx="43"/>
          </p:nvPr>
        </p:nvSpPr>
        <p:spPr>
          <a:xfrm>
            <a:off x="5334770" y="7517121"/>
            <a:ext cx="3305467" cy="1660525"/>
          </a:xfrm>
        </p:spPr>
        <p:txBody>
          <a:bodyPr>
            <a:normAutofit/>
          </a:bodyPr>
          <a:lstStyle>
            <a:lvl1pPr>
              <a:defRPr sz="1600" b="0" i="0">
                <a:solidFill>
                  <a:schemeClr val="bg1"/>
                </a:solidFill>
                <a:latin typeface="Overused Grotesk" pitchFamily="2" charset="0"/>
              </a:defRPr>
            </a:lvl1pPr>
            <a:lvl2pPr>
              <a:defRPr sz="1600" b="0" i="0">
                <a:solidFill>
                  <a:schemeClr val="bg1"/>
                </a:solidFill>
                <a:latin typeface="Overused Grotesk" pitchFamily="2" charset="0"/>
              </a:defRPr>
            </a:lvl2pPr>
            <a:lvl3pPr>
              <a:defRPr sz="1600" b="0" i="0">
                <a:solidFill>
                  <a:schemeClr val="bg1"/>
                </a:solidFill>
                <a:latin typeface="Overused Grotesk" pitchFamily="2" charset="0"/>
              </a:defRPr>
            </a:lvl3pPr>
            <a:lvl4pPr>
              <a:defRPr sz="1600" b="0" i="0">
                <a:solidFill>
                  <a:schemeClr val="bg1"/>
                </a:solidFill>
                <a:latin typeface="Overused Grotesk" pitchFamily="2" charset="0"/>
              </a:defRPr>
            </a:lvl4pPr>
            <a:lvl5pPr>
              <a:defRPr sz="1600" b="0" i="0">
                <a:solidFill>
                  <a:schemeClr val="bg1"/>
                </a:solidFill>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
        <p:nvSpPr>
          <p:cNvPr id="31" name="Text Placeholder 27">
            <a:extLst>
              <a:ext uri="{FF2B5EF4-FFF2-40B4-BE49-F238E27FC236}">
                <a16:creationId xmlns:a16="http://schemas.microsoft.com/office/drawing/2014/main" id="{421773C7-1484-CDCB-C5E9-B6C71C3B130E}"/>
              </a:ext>
            </a:extLst>
          </p:cNvPr>
          <p:cNvSpPr>
            <a:spLocks noGrp="1"/>
          </p:cNvSpPr>
          <p:nvPr>
            <p:ph type="body" sz="quarter" idx="44"/>
          </p:nvPr>
        </p:nvSpPr>
        <p:spPr>
          <a:xfrm>
            <a:off x="9613419" y="7510002"/>
            <a:ext cx="3305467" cy="1660525"/>
          </a:xfrm>
        </p:spPr>
        <p:txBody>
          <a:bodyPr>
            <a:normAutofit/>
          </a:bodyPr>
          <a:lstStyle>
            <a:lvl1pPr>
              <a:defRPr sz="1600" b="0" i="0">
                <a:solidFill>
                  <a:schemeClr val="bg1"/>
                </a:solidFill>
                <a:latin typeface="Overused Grotesk" pitchFamily="2" charset="0"/>
              </a:defRPr>
            </a:lvl1pPr>
            <a:lvl2pPr>
              <a:defRPr sz="1600" b="0" i="0">
                <a:solidFill>
                  <a:schemeClr val="bg1"/>
                </a:solidFill>
                <a:latin typeface="Overused Grotesk" pitchFamily="2" charset="0"/>
              </a:defRPr>
            </a:lvl2pPr>
            <a:lvl3pPr>
              <a:defRPr sz="1600" b="0" i="0">
                <a:solidFill>
                  <a:schemeClr val="bg1"/>
                </a:solidFill>
                <a:latin typeface="Overused Grotesk" pitchFamily="2" charset="0"/>
              </a:defRPr>
            </a:lvl3pPr>
            <a:lvl4pPr>
              <a:defRPr sz="1600" b="0" i="0">
                <a:solidFill>
                  <a:schemeClr val="bg1"/>
                </a:solidFill>
                <a:latin typeface="Overused Grotesk" pitchFamily="2" charset="0"/>
              </a:defRPr>
            </a:lvl4pPr>
            <a:lvl5pPr>
              <a:defRPr sz="1600" b="0" i="0">
                <a:solidFill>
                  <a:schemeClr val="bg1"/>
                </a:solidFill>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
        <p:nvSpPr>
          <p:cNvPr id="32" name="Text Placeholder 27">
            <a:extLst>
              <a:ext uri="{FF2B5EF4-FFF2-40B4-BE49-F238E27FC236}">
                <a16:creationId xmlns:a16="http://schemas.microsoft.com/office/drawing/2014/main" id="{8CA1F56B-E351-099A-EBD8-FB894031880F}"/>
              </a:ext>
            </a:extLst>
          </p:cNvPr>
          <p:cNvSpPr>
            <a:spLocks noGrp="1"/>
          </p:cNvSpPr>
          <p:nvPr>
            <p:ph type="body" sz="quarter" idx="45"/>
          </p:nvPr>
        </p:nvSpPr>
        <p:spPr>
          <a:xfrm>
            <a:off x="13839979" y="7510002"/>
            <a:ext cx="3305467" cy="1660525"/>
          </a:xfrm>
        </p:spPr>
        <p:txBody>
          <a:bodyPr>
            <a:normAutofit/>
          </a:bodyPr>
          <a:lstStyle>
            <a:lvl1pPr>
              <a:defRPr sz="1600" b="0" i="0">
                <a:solidFill>
                  <a:schemeClr val="bg1"/>
                </a:solidFill>
                <a:latin typeface="Overused Grotesk" pitchFamily="2" charset="0"/>
              </a:defRPr>
            </a:lvl1pPr>
            <a:lvl2pPr>
              <a:defRPr sz="1600" b="0" i="0">
                <a:solidFill>
                  <a:schemeClr val="bg1"/>
                </a:solidFill>
                <a:latin typeface="Overused Grotesk" pitchFamily="2" charset="0"/>
              </a:defRPr>
            </a:lvl2pPr>
            <a:lvl3pPr>
              <a:defRPr sz="1600" b="0" i="0">
                <a:solidFill>
                  <a:schemeClr val="bg1"/>
                </a:solidFill>
                <a:latin typeface="Overused Grotesk" pitchFamily="2" charset="0"/>
              </a:defRPr>
            </a:lvl3pPr>
            <a:lvl4pPr>
              <a:defRPr sz="1600" b="0" i="0">
                <a:solidFill>
                  <a:schemeClr val="bg1"/>
                </a:solidFill>
                <a:latin typeface="Overused Grotesk" pitchFamily="2" charset="0"/>
              </a:defRPr>
            </a:lvl4pPr>
            <a:lvl5pPr>
              <a:defRPr sz="1600" b="0" i="0">
                <a:solidFill>
                  <a:schemeClr val="bg1"/>
                </a:solidFill>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
        <p:nvSpPr>
          <p:cNvPr id="37" name="Text Placeholder 35">
            <a:extLst>
              <a:ext uri="{FF2B5EF4-FFF2-40B4-BE49-F238E27FC236}">
                <a16:creationId xmlns:a16="http://schemas.microsoft.com/office/drawing/2014/main" id="{72C4893A-69B8-9415-EEC2-A29E0B40645F}"/>
              </a:ext>
            </a:extLst>
          </p:cNvPr>
          <p:cNvSpPr>
            <a:spLocks noGrp="1"/>
          </p:cNvSpPr>
          <p:nvPr>
            <p:ph type="body" sz="quarter" idx="46" hasCustomPrompt="1"/>
          </p:nvPr>
        </p:nvSpPr>
        <p:spPr>
          <a:xfrm>
            <a:off x="1021599" y="5575300"/>
            <a:ext cx="8050212" cy="720725"/>
          </a:xfrm>
        </p:spPr>
        <p:txBody>
          <a:bodyPr>
            <a:normAutofit/>
          </a:bodyPr>
          <a:lstStyle>
            <a:lvl1pPr>
              <a:defRPr sz="3600" b="0" i="0">
                <a:solidFill>
                  <a:schemeClr val="bg1"/>
                </a:solidFill>
                <a:latin typeface="All Round Gothic Medium" panose="020B0603020202020104" pitchFamily="34" charset="77"/>
              </a:defRPr>
            </a:lvl1pPr>
          </a:lstStyle>
          <a:p>
            <a:pPr lvl="0"/>
            <a:r>
              <a:rPr lang="en-GB" dirty="0"/>
              <a:t>Click to edit Master title slide</a:t>
            </a:r>
            <a:endParaRPr lang="en-BG" dirty="0"/>
          </a:p>
        </p:txBody>
      </p:sp>
    </p:spTree>
    <p:extLst>
      <p:ext uri="{BB962C8B-B14F-4D97-AF65-F5344CB8AC3E}">
        <p14:creationId xmlns:p14="http://schemas.microsoft.com/office/powerpoint/2010/main" val="32247235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asic Slide with Several Headlines">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CEFF0D69-675E-6149-035D-BA74A17EAD1A}"/>
              </a:ext>
            </a:extLst>
          </p:cNvPr>
          <p:cNvSpPr/>
          <p:nvPr userDrawn="1"/>
        </p:nvSpPr>
        <p:spPr>
          <a:xfrm rot="10800000">
            <a:off x="-1602" y="0"/>
            <a:ext cx="18289601" cy="10287000"/>
          </a:xfrm>
          <a:prstGeom prst="roundRect">
            <a:avLst>
              <a:gd name="adj" fmla="val 0"/>
            </a:avLst>
          </a:prstGeom>
          <a:gradFill flip="none" rotWithShape="1">
            <a:gsLst>
              <a:gs pos="100000">
                <a:schemeClr val="accent1"/>
              </a:gs>
              <a:gs pos="11000">
                <a:schemeClr val="accent5"/>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5" name="Rounded Rectangle 4">
            <a:extLst>
              <a:ext uri="{FF2B5EF4-FFF2-40B4-BE49-F238E27FC236}">
                <a16:creationId xmlns:a16="http://schemas.microsoft.com/office/drawing/2014/main" id="{4BC4F4AE-E63F-AF52-BD73-E80A63CEA9C6}"/>
              </a:ext>
            </a:extLst>
          </p:cNvPr>
          <p:cNvSpPr/>
          <p:nvPr userDrawn="1"/>
        </p:nvSpPr>
        <p:spPr>
          <a:xfrm>
            <a:off x="608366" y="616030"/>
            <a:ext cx="17064591" cy="9099470"/>
          </a:xfrm>
          <a:prstGeom prst="roundRect">
            <a:avLst>
              <a:gd name="adj" fmla="val 71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BG" b="0" i="0" dirty="0">
                <a:latin typeface="Overused Grotesk" pitchFamily="2" charset="0"/>
              </a:rPr>
              <a:t>√</a:t>
            </a:r>
          </a:p>
        </p:txBody>
      </p:sp>
      <p:sp>
        <p:nvSpPr>
          <p:cNvPr id="6" name="Rounded Rectangle 5">
            <a:extLst>
              <a:ext uri="{FF2B5EF4-FFF2-40B4-BE49-F238E27FC236}">
                <a16:creationId xmlns:a16="http://schemas.microsoft.com/office/drawing/2014/main" id="{AD3742EF-CC7D-5F9A-ED43-FB2378A1C38B}"/>
              </a:ext>
            </a:extLst>
          </p:cNvPr>
          <p:cNvSpPr/>
          <p:nvPr userDrawn="1"/>
        </p:nvSpPr>
        <p:spPr>
          <a:xfrm>
            <a:off x="9364952" y="1221685"/>
            <a:ext cx="7751792" cy="2421245"/>
          </a:xfrm>
          <a:prstGeom prst="roundRect">
            <a:avLst>
              <a:gd name="adj" fmla="val 7475"/>
            </a:avLst>
          </a:prstGeom>
          <a:noFill/>
          <a:ln w="190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7" name="Rounded Rectangle 6">
            <a:extLst>
              <a:ext uri="{FF2B5EF4-FFF2-40B4-BE49-F238E27FC236}">
                <a16:creationId xmlns:a16="http://schemas.microsoft.com/office/drawing/2014/main" id="{F92FA00B-2FB3-FF43-3DF2-795028E3DEDB}"/>
              </a:ext>
            </a:extLst>
          </p:cNvPr>
          <p:cNvSpPr/>
          <p:nvPr userDrawn="1"/>
        </p:nvSpPr>
        <p:spPr>
          <a:xfrm>
            <a:off x="9364952" y="3983650"/>
            <a:ext cx="7751792" cy="2421245"/>
          </a:xfrm>
          <a:prstGeom prst="roundRect">
            <a:avLst>
              <a:gd name="adj" fmla="val 7475"/>
            </a:avLst>
          </a:prstGeom>
          <a:noFill/>
          <a:ln w="190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8" name="Rounded Rectangle 7">
            <a:extLst>
              <a:ext uri="{FF2B5EF4-FFF2-40B4-BE49-F238E27FC236}">
                <a16:creationId xmlns:a16="http://schemas.microsoft.com/office/drawing/2014/main" id="{350D270C-E2F6-551D-5F70-054781164B59}"/>
              </a:ext>
            </a:extLst>
          </p:cNvPr>
          <p:cNvSpPr/>
          <p:nvPr userDrawn="1"/>
        </p:nvSpPr>
        <p:spPr>
          <a:xfrm>
            <a:off x="9364952" y="6745615"/>
            <a:ext cx="7751792" cy="2421245"/>
          </a:xfrm>
          <a:prstGeom prst="roundRect">
            <a:avLst>
              <a:gd name="adj" fmla="val 7475"/>
            </a:avLst>
          </a:prstGeom>
          <a:noFill/>
          <a:ln w="190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10" name="Text Placeholder 27">
            <a:extLst>
              <a:ext uri="{FF2B5EF4-FFF2-40B4-BE49-F238E27FC236}">
                <a16:creationId xmlns:a16="http://schemas.microsoft.com/office/drawing/2014/main" id="{D34EF9E5-00D3-5E4D-B973-3FC0B277C64A}"/>
              </a:ext>
            </a:extLst>
          </p:cNvPr>
          <p:cNvSpPr>
            <a:spLocks noGrp="1"/>
          </p:cNvSpPr>
          <p:nvPr>
            <p:ph type="body" sz="quarter" idx="40" hasCustomPrompt="1"/>
          </p:nvPr>
        </p:nvSpPr>
        <p:spPr>
          <a:xfrm>
            <a:off x="9629458" y="1469059"/>
            <a:ext cx="7578652" cy="524482"/>
          </a:xfrm>
          <a:prstGeom prst="rect">
            <a:avLst/>
          </a:prstGeom>
        </p:spPr>
        <p:txBody>
          <a:bodyPr/>
          <a:lstStyle>
            <a:lvl1pPr marL="0" indent="0">
              <a:lnSpc>
                <a:spcPct val="90000"/>
              </a:lnSpc>
              <a:buFontTx/>
              <a:buNone/>
              <a:defRPr sz="3600" b="0" i="0">
                <a:solidFill>
                  <a:schemeClr val="accent1"/>
                </a:solidFill>
                <a:latin typeface="All Round Gothic Medium" panose="020B0603020202020104" pitchFamily="34" charset="77"/>
              </a:defRPr>
            </a:lvl1pPr>
            <a:lvl2pPr marL="457200" indent="0">
              <a:buFontTx/>
              <a:buNone/>
              <a:defRPr b="0" i="0">
                <a:latin typeface="Bahnschrift" panose="020B0502040204020203" pitchFamily="34" charset="0"/>
              </a:defRPr>
            </a:lvl2pPr>
            <a:lvl3pPr marL="914400" indent="0">
              <a:buFontTx/>
              <a:buNone/>
              <a:defRPr b="0" i="0">
                <a:latin typeface="Bahnschrift" panose="020B0502040204020203" pitchFamily="34" charset="0"/>
              </a:defRPr>
            </a:lvl3pPr>
            <a:lvl4pPr marL="1371600" indent="0">
              <a:buFontTx/>
              <a:buNone/>
              <a:defRPr b="0" i="0">
                <a:latin typeface="Bahnschrift" panose="020B0502040204020203" pitchFamily="34" charset="0"/>
              </a:defRPr>
            </a:lvl4pPr>
            <a:lvl5pPr marL="1828800" indent="0">
              <a:buFontTx/>
              <a:buNone/>
              <a:defRPr b="0" i="0">
                <a:latin typeface="Bahnschrift" panose="020B0502040204020203" pitchFamily="34" charset="0"/>
              </a:defRPr>
            </a:lvl5pPr>
          </a:lstStyle>
          <a:p>
            <a:pPr lvl="0"/>
            <a:r>
              <a:rPr lang="en-BG" dirty="0"/>
              <a:t>Title</a:t>
            </a:r>
          </a:p>
        </p:txBody>
      </p:sp>
      <p:sp>
        <p:nvSpPr>
          <p:cNvPr id="11" name="Text Placeholder 29">
            <a:extLst>
              <a:ext uri="{FF2B5EF4-FFF2-40B4-BE49-F238E27FC236}">
                <a16:creationId xmlns:a16="http://schemas.microsoft.com/office/drawing/2014/main" id="{20DD03CD-8CC8-605F-A829-6EA1F1CED42E}"/>
              </a:ext>
            </a:extLst>
          </p:cNvPr>
          <p:cNvSpPr>
            <a:spLocks noGrp="1"/>
          </p:cNvSpPr>
          <p:nvPr>
            <p:ph type="body" sz="quarter" idx="41" hasCustomPrompt="1"/>
          </p:nvPr>
        </p:nvSpPr>
        <p:spPr>
          <a:xfrm>
            <a:off x="9553209" y="3111091"/>
            <a:ext cx="7590190" cy="524483"/>
          </a:xfrm>
          <a:prstGeom prst="rect">
            <a:avLst/>
          </a:prstGeom>
          <a:ln>
            <a:noFill/>
          </a:ln>
        </p:spPr>
        <p:txBody>
          <a:bodyPr/>
          <a:lstStyle>
            <a:lvl1pPr marL="0" indent="0">
              <a:buFontTx/>
              <a:buNone/>
              <a:defRPr sz="1600" b="0" i="0">
                <a:solidFill>
                  <a:schemeClr val="tx1"/>
                </a:solidFill>
                <a:latin typeface="Overused Grotesk" pitchFamily="2" charset="0"/>
              </a:defRPr>
            </a:lvl1pPr>
            <a:lvl2pPr marL="457200" indent="0">
              <a:buFontTx/>
              <a:buNone/>
              <a:defRPr sz="1800" b="0" i="0">
                <a:solidFill>
                  <a:schemeClr val="bg2">
                    <a:lumMod val="25000"/>
                  </a:schemeClr>
                </a:solidFill>
                <a:latin typeface="Bahnschrift Light" panose="020B0502040204020203" pitchFamily="34" charset="0"/>
              </a:defRPr>
            </a:lvl2pPr>
            <a:lvl3pPr marL="914400" indent="0">
              <a:buFontTx/>
              <a:buNone/>
              <a:defRPr sz="1800" b="0" i="0">
                <a:solidFill>
                  <a:schemeClr val="bg2">
                    <a:lumMod val="25000"/>
                  </a:schemeClr>
                </a:solidFill>
                <a:latin typeface="Bahnschrift Light" panose="020B0502040204020203" pitchFamily="34" charset="0"/>
              </a:defRPr>
            </a:lvl3pPr>
            <a:lvl4pPr marL="1371600" indent="0">
              <a:buFontTx/>
              <a:buNone/>
              <a:defRPr sz="1800" b="0" i="0">
                <a:solidFill>
                  <a:schemeClr val="bg2">
                    <a:lumMod val="25000"/>
                  </a:schemeClr>
                </a:solidFill>
                <a:latin typeface="Bahnschrift Light" panose="020B0502040204020203" pitchFamily="34" charset="0"/>
              </a:defRPr>
            </a:lvl4pPr>
            <a:lvl5pPr marL="1828800" indent="0">
              <a:buFontTx/>
              <a:buNone/>
              <a:defRPr sz="1800" b="0" i="0">
                <a:solidFill>
                  <a:schemeClr val="bg2">
                    <a:lumMod val="25000"/>
                  </a:schemeClr>
                </a:solidFill>
                <a:latin typeface="Bahnschrift Light" panose="020B0502040204020203" pitchFamily="34" charset="0"/>
              </a:defRPr>
            </a:lvl5pPr>
          </a:lstStyle>
          <a:p>
            <a:pPr lvl="0"/>
            <a:r>
              <a:rPr lang="en-GB" dirty="0"/>
              <a:t>Lorem ipsum </a:t>
            </a:r>
            <a:r>
              <a:rPr lang="en-GB" dirty="0" err="1"/>
              <a:t>dolor</a:t>
            </a:r>
            <a:r>
              <a:rPr lang="en-GB" dirty="0"/>
              <a:t> sit </a:t>
            </a:r>
            <a:r>
              <a:rPr lang="en-GB" dirty="0" err="1"/>
              <a:t>amet</a:t>
            </a:r>
            <a:r>
              <a:rPr lang="en-GB" dirty="0"/>
              <a:t>.</a:t>
            </a:r>
          </a:p>
        </p:txBody>
      </p:sp>
      <p:sp>
        <p:nvSpPr>
          <p:cNvPr id="12" name="Text Placeholder 27">
            <a:extLst>
              <a:ext uri="{FF2B5EF4-FFF2-40B4-BE49-F238E27FC236}">
                <a16:creationId xmlns:a16="http://schemas.microsoft.com/office/drawing/2014/main" id="{52014FB0-0816-DF89-C3E4-395A3EFF9874}"/>
              </a:ext>
            </a:extLst>
          </p:cNvPr>
          <p:cNvSpPr>
            <a:spLocks noGrp="1"/>
          </p:cNvSpPr>
          <p:nvPr>
            <p:ph type="body" sz="quarter" idx="42" hasCustomPrompt="1"/>
          </p:nvPr>
        </p:nvSpPr>
        <p:spPr>
          <a:xfrm>
            <a:off x="9629458" y="4183684"/>
            <a:ext cx="7578652" cy="524482"/>
          </a:xfrm>
          <a:prstGeom prst="rect">
            <a:avLst/>
          </a:prstGeom>
        </p:spPr>
        <p:txBody>
          <a:bodyPr/>
          <a:lstStyle>
            <a:lvl1pPr marL="0" indent="0">
              <a:lnSpc>
                <a:spcPct val="90000"/>
              </a:lnSpc>
              <a:buFontTx/>
              <a:buNone/>
              <a:defRPr sz="3600" b="0" i="0">
                <a:solidFill>
                  <a:schemeClr val="accent1"/>
                </a:solidFill>
                <a:latin typeface="All Round Gothic Medium" panose="020B0603020202020104" pitchFamily="34" charset="77"/>
              </a:defRPr>
            </a:lvl1pPr>
            <a:lvl2pPr marL="457200" indent="0">
              <a:buFontTx/>
              <a:buNone/>
              <a:defRPr b="0" i="0">
                <a:latin typeface="Bahnschrift" panose="020B0502040204020203" pitchFamily="34" charset="0"/>
              </a:defRPr>
            </a:lvl2pPr>
            <a:lvl3pPr marL="914400" indent="0">
              <a:buFontTx/>
              <a:buNone/>
              <a:defRPr b="0" i="0">
                <a:latin typeface="Bahnschrift" panose="020B0502040204020203" pitchFamily="34" charset="0"/>
              </a:defRPr>
            </a:lvl3pPr>
            <a:lvl4pPr marL="1371600" indent="0">
              <a:buFontTx/>
              <a:buNone/>
              <a:defRPr b="0" i="0">
                <a:latin typeface="Bahnschrift" panose="020B0502040204020203" pitchFamily="34" charset="0"/>
              </a:defRPr>
            </a:lvl4pPr>
            <a:lvl5pPr marL="1828800" indent="0">
              <a:buFontTx/>
              <a:buNone/>
              <a:defRPr b="0" i="0">
                <a:latin typeface="Bahnschrift" panose="020B0502040204020203" pitchFamily="34" charset="0"/>
              </a:defRPr>
            </a:lvl5pPr>
          </a:lstStyle>
          <a:p>
            <a:pPr lvl="0"/>
            <a:r>
              <a:rPr lang="en-BG"/>
              <a:t>Title</a:t>
            </a:r>
          </a:p>
        </p:txBody>
      </p:sp>
      <p:sp>
        <p:nvSpPr>
          <p:cNvPr id="13" name="Text Placeholder 29">
            <a:extLst>
              <a:ext uri="{FF2B5EF4-FFF2-40B4-BE49-F238E27FC236}">
                <a16:creationId xmlns:a16="http://schemas.microsoft.com/office/drawing/2014/main" id="{1EECF1E9-2556-290D-5048-C48155AA643F}"/>
              </a:ext>
            </a:extLst>
          </p:cNvPr>
          <p:cNvSpPr>
            <a:spLocks noGrp="1"/>
          </p:cNvSpPr>
          <p:nvPr>
            <p:ph type="body" sz="quarter" idx="43" hasCustomPrompt="1"/>
          </p:nvPr>
        </p:nvSpPr>
        <p:spPr>
          <a:xfrm>
            <a:off x="9553209" y="5825716"/>
            <a:ext cx="7590190" cy="524483"/>
          </a:xfrm>
          <a:prstGeom prst="rect">
            <a:avLst/>
          </a:prstGeom>
          <a:ln>
            <a:noFill/>
          </a:ln>
        </p:spPr>
        <p:txBody>
          <a:bodyPr/>
          <a:lstStyle>
            <a:lvl1pPr marL="0" indent="0">
              <a:buFontTx/>
              <a:buNone/>
              <a:defRPr sz="1600" b="0" i="0">
                <a:solidFill>
                  <a:schemeClr val="tx1"/>
                </a:solidFill>
                <a:latin typeface="Overused Grotesk" pitchFamily="2" charset="0"/>
              </a:defRPr>
            </a:lvl1pPr>
            <a:lvl2pPr marL="457200" indent="0">
              <a:buFontTx/>
              <a:buNone/>
              <a:defRPr sz="1800" b="0" i="0">
                <a:solidFill>
                  <a:schemeClr val="bg2">
                    <a:lumMod val="25000"/>
                  </a:schemeClr>
                </a:solidFill>
                <a:latin typeface="Bahnschrift Light" panose="020B0502040204020203" pitchFamily="34" charset="0"/>
              </a:defRPr>
            </a:lvl2pPr>
            <a:lvl3pPr marL="914400" indent="0">
              <a:buFontTx/>
              <a:buNone/>
              <a:defRPr sz="1800" b="0" i="0">
                <a:solidFill>
                  <a:schemeClr val="bg2">
                    <a:lumMod val="25000"/>
                  </a:schemeClr>
                </a:solidFill>
                <a:latin typeface="Bahnschrift Light" panose="020B0502040204020203" pitchFamily="34" charset="0"/>
              </a:defRPr>
            </a:lvl3pPr>
            <a:lvl4pPr marL="1371600" indent="0">
              <a:buFontTx/>
              <a:buNone/>
              <a:defRPr sz="1800" b="0" i="0">
                <a:solidFill>
                  <a:schemeClr val="bg2">
                    <a:lumMod val="25000"/>
                  </a:schemeClr>
                </a:solidFill>
                <a:latin typeface="Bahnschrift Light" panose="020B0502040204020203" pitchFamily="34" charset="0"/>
              </a:defRPr>
            </a:lvl4pPr>
            <a:lvl5pPr marL="1828800" indent="0">
              <a:buFontTx/>
              <a:buNone/>
              <a:defRPr sz="1800" b="0" i="0">
                <a:solidFill>
                  <a:schemeClr val="bg2">
                    <a:lumMod val="25000"/>
                  </a:schemeClr>
                </a:solidFill>
                <a:latin typeface="Bahnschrift Light" panose="020B0502040204020203" pitchFamily="34" charset="0"/>
              </a:defRPr>
            </a:lvl5pPr>
          </a:lstStyle>
          <a:p>
            <a:pPr lvl="0"/>
            <a:r>
              <a:rPr lang="en-GB" dirty="0"/>
              <a:t>Lorem ipsum </a:t>
            </a:r>
            <a:r>
              <a:rPr lang="en-GB" dirty="0" err="1"/>
              <a:t>dolor</a:t>
            </a:r>
            <a:r>
              <a:rPr lang="en-GB" dirty="0"/>
              <a:t> sit </a:t>
            </a:r>
            <a:r>
              <a:rPr lang="en-GB" dirty="0" err="1"/>
              <a:t>amet</a:t>
            </a:r>
            <a:r>
              <a:rPr lang="en-GB" dirty="0"/>
              <a:t>.</a:t>
            </a:r>
          </a:p>
        </p:txBody>
      </p:sp>
      <p:sp>
        <p:nvSpPr>
          <p:cNvPr id="15" name="Text Placeholder 27">
            <a:extLst>
              <a:ext uri="{FF2B5EF4-FFF2-40B4-BE49-F238E27FC236}">
                <a16:creationId xmlns:a16="http://schemas.microsoft.com/office/drawing/2014/main" id="{DAFC0EAF-327B-C954-E9D6-91FEB9E818FF}"/>
              </a:ext>
            </a:extLst>
          </p:cNvPr>
          <p:cNvSpPr>
            <a:spLocks noGrp="1"/>
          </p:cNvSpPr>
          <p:nvPr>
            <p:ph type="body" sz="quarter" idx="44" hasCustomPrompt="1"/>
          </p:nvPr>
        </p:nvSpPr>
        <p:spPr>
          <a:xfrm>
            <a:off x="9629458" y="6984034"/>
            <a:ext cx="7578652" cy="524482"/>
          </a:xfrm>
          <a:prstGeom prst="rect">
            <a:avLst/>
          </a:prstGeom>
        </p:spPr>
        <p:txBody>
          <a:bodyPr/>
          <a:lstStyle>
            <a:lvl1pPr marL="0" indent="0">
              <a:lnSpc>
                <a:spcPct val="90000"/>
              </a:lnSpc>
              <a:buFontTx/>
              <a:buNone/>
              <a:defRPr sz="3600" b="0" i="0">
                <a:solidFill>
                  <a:schemeClr val="accent1"/>
                </a:solidFill>
                <a:latin typeface="All Round Gothic Medium" panose="020B0603020202020104" pitchFamily="34" charset="77"/>
              </a:defRPr>
            </a:lvl1pPr>
            <a:lvl2pPr marL="457200" indent="0">
              <a:buFontTx/>
              <a:buNone/>
              <a:defRPr b="0" i="0">
                <a:latin typeface="Bahnschrift" panose="020B0502040204020203" pitchFamily="34" charset="0"/>
              </a:defRPr>
            </a:lvl2pPr>
            <a:lvl3pPr marL="914400" indent="0">
              <a:buFontTx/>
              <a:buNone/>
              <a:defRPr b="0" i="0">
                <a:latin typeface="Bahnschrift" panose="020B0502040204020203" pitchFamily="34" charset="0"/>
              </a:defRPr>
            </a:lvl3pPr>
            <a:lvl4pPr marL="1371600" indent="0">
              <a:buFontTx/>
              <a:buNone/>
              <a:defRPr b="0" i="0">
                <a:latin typeface="Bahnschrift" panose="020B0502040204020203" pitchFamily="34" charset="0"/>
              </a:defRPr>
            </a:lvl4pPr>
            <a:lvl5pPr marL="1828800" indent="0">
              <a:buFontTx/>
              <a:buNone/>
              <a:defRPr b="0" i="0">
                <a:latin typeface="Bahnschrift" panose="020B0502040204020203" pitchFamily="34" charset="0"/>
              </a:defRPr>
            </a:lvl5pPr>
          </a:lstStyle>
          <a:p>
            <a:pPr lvl="0"/>
            <a:r>
              <a:rPr lang="en-BG"/>
              <a:t>Title</a:t>
            </a:r>
          </a:p>
        </p:txBody>
      </p:sp>
      <p:sp>
        <p:nvSpPr>
          <p:cNvPr id="17" name="Text Placeholder 29">
            <a:extLst>
              <a:ext uri="{FF2B5EF4-FFF2-40B4-BE49-F238E27FC236}">
                <a16:creationId xmlns:a16="http://schemas.microsoft.com/office/drawing/2014/main" id="{DCC8E0BC-4FD9-071C-E532-54DC6B1AEAD2}"/>
              </a:ext>
            </a:extLst>
          </p:cNvPr>
          <p:cNvSpPr>
            <a:spLocks noGrp="1"/>
          </p:cNvSpPr>
          <p:nvPr>
            <p:ph type="body" sz="quarter" idx="45" hasCustomPrompt="1"/>
          </p:nvPr>
        </p:nvSpPr>
        <p:spPr>
          <a:xfrm>
            <a:off x="9553209" y="8626066"/>
            <a:ext cx="7590190" cy="524483"/>
          </a:xfrm>
          <a:prstGeom prst="rect">
            <a:avLst/>
          </a:prstGeom>
          <a:ln>
            <a:noFill/>
          </a:ln>
        </p:spPr>
        <p:txBody>
          <a:bodyPr/>
          <a:lstStyle>
            <a:lvl1pPr marL="0" indent="0">
              <a:buFontTx/>
              <a:buNone/>
              <a:defRPr sz="1600" b="0" i="0">
                <a:solidFill>
                  <a:schemeClr val="tx1"/>
                </a:solidFill>
                <a:latin typeface="Overused Grotesk" pitchFamily="2" charset="0"/>
              </a:defRPr>
            </a:lvl1pPr>
            <a:lvl2pPr marL="457200" indent="0">
              <a:buFontTx/>
              <a:buNone/>
              <a:defRPr sz="1800" b="0" i="0">
                <a:solidFill>
                  <a:schemeClr val="bg2">
                    <a:lumMod val="25000"/>
                  </a:schemeClr>
                </a:solidFill>
                <a:latin typeface="Bahnschrift Light" panose="020B0502040204020203" pitchFamily="34" charset="0"/>
              </a:defRPr>
            </a:lvl2pPr>
            <a:lvl3pPr marL="914400" indent="0">
              <a:buFontTx/>
              <a:buNone/>
              <a:defRPr sz="1800" b="0" i="0">
                <a:solidFill>
                  <a:schemeClr val="bg2">
                    <a:lumMod val="25000"/>
                  </a:schemeClr>
                </a:solidFill>
                <a:latin typeface="Bahnschrift Light" panose="020B0502040204020203" pitchFamily="34" charset="0"/>
              </a:defRPr>
            </a:lvl3pPr>
            <a:lvl4pPr marL="1371600" indent="0">
              <a:buFontTx/>
              <a:buNone/>
              <a:defRPr sz="1800" b="0" i="0">
                <a:solidFill>
                  <a:schemeClr val="bg2">
                    <a:lumMod val="25000"/>
                  </a:schemeClr>
                </a:solidFill>
                <a:latin typeface="Bahnschrift Light" panose="020B0502040204020203" pitchFamily="34" charset="0"/>
              </a:defRPr>
            </a:lvl4pPr>
            <a:lvl5pPr marL="1828800" indent="0">
              <a:buFontTx/>
              <a:buNone/>
              <a:defRPr sz="1800" b="0" i="0">
                <a:solidFill>
                  <a:schemeClr val="bg2">
                    <a:lumMod val="25000"/>
                  </a:schemeClr>
                </a:solidFill>
                <a:latin typeface="Bahnschrift Light" panose="020B0502040204020203" pitchFamily="34" charset="0"/>
              </a:defRPr>
            </a:lvl5pPr>
          </a:lstStyle>
          <a:p>
            <a:pPr lvl="0"/>
            <a:r>
              <a:rPr lang="en-GB" dirty="0"/>
              <a:t>Lorem ipsum </a:t>
            </a:r>
            <a:r>
              <a:rPr lang="en-GB" dirty="0" err="1"/>
              <a:t>dolor</a:t>
            </a:r>
            <a:r>
              <a:rPr lang="en-GB" dirty="0"/>
              <a:t> sit </a:t>
            </a:r>
            <a:r>
              <a:rPr lang="en-GB" dirty="0" err="1"/>
              <a:t>amet</a:t>
            </a:r>
            <a:r>
              <a:rPr lang="en-GB" dirty="0"/>
              <a:t>.</a:t>
            </a:r>
          </a:p>
        </p:txBody>
      </p:sp>
      <p:sp>
        <p:nvSpPr>
          <p:cNvPr id="18" name="TextBox 17">
            <a:extLst>
              <a:ext uri="{FF2B5EF4-FFF2-40B4-BE49-F238E27FC236}">
                <a16:creationId xmlns:a16="http://schemas.microsoft.com/office/drawing/2014/main" id="{2966756F-334C-B905-548E-4D60771A285B}"/>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sp>
        <p:nvSpPr>
          <p:cNvPr id="20" name="Slide Number Placeholder 0">
            <a:extLst>
              <a:ext uri="{FF2B5EF4-FFF2-40B4-BE49-F238E27FC236}">
                <a16:creationId xmlns:a16="http://schemas.microsoft.com/office/drawing/2014/main" id="{02E8A064-B06B-CA51-F459-E026063B64E2}"/>
              </a:ext>
            </a:extLst>
          </p:cNvPr>
          <p:cNvSpPr txBox="1"/>
          <p:nvPr userDrawn="1"/>
        </p:nvSpPr>
        <p:spPr>
          <a:xfrm>
            <a:off x="16931735" y="9786597"/>
            <a:ext cx="1146201" cy="300000"/>
          </a:xfrm>
          <a:prstGeom prst="rect">
            <a:avLst/>
          </a:prstGeom>
          <a:extLst>
            <a:ext uri="{C572A759-6A51-4108-AA02-DFA0A04FC94B}">
              <ma14:wrappingTextBoxFlag xmlns="" xmlns:ma14="http://schemas.microsoft.com/office/mac/drawingml/2011/main" val="0"/>
            </a:ext>
          </a:extLst>
        </p:spPr>
        <p:txBody>
          <a:bodyPr/>
          <a:lstStyle>
            <a:lvl1pPr marL="0" algn="r" defTabSz="914400" rtl="0" eaLnBrk="1" latinLnBrk="0" hangingPunct="1">
              <a:defRPr sz="1400" b="0" i="0" kern="1200">
                <a:solidFill>
                  <a:schemeClr val="bg1"/>
                </a:solidFill>
                <a:latin typeface="Bahnschrift" panose="020B0502040204020203" pitchFamily="34" charset="0"/>
                <a:ea typeface="Bahnschrift" panose="020B0502040204020203" pitchFamily="34" charset="0"/>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z="1200" b="0" i="0" smtClean="0">
                <a:solidFill>
                  <a:schemeClr val="bg1"/>
                </a:solidFill>
                <a:latin typeface="Overused Grotesk" pitchFamily="2" charset="0"/>
              </a:rPr>
              <a:pPr/>
              <a:t>‹#›</a:t>
            </a:fld>
            <a:endParaRPr lang="en-US" sz="1200" b="0" i="0" dirty="0">
              <a:solidFill>
                <a:schemeClr val="bg1"/>
              </a:solidFill>
              <a:latin typeface="Overused Grotesk" pitchFamily="2" charset="0"/>
            </a:endParaRPr>
          </a:p>
        </p:txBody>
      </p:sp>
      <p:pic>
        <p:nvPicPr>
          <p:cNvPr id="28" name="Frame 2147223435" descr="preencoded.png">
            <a:extLst>
              <a:ext uri="{FF2B5EF4-FFF2-40B4-BE49-F238E27FC236}">
                <a16:creationId xmlns:a16="http://schemas.microsoft.com/office/drawing/2014/main" id="{125D29CF-49E2-E263-EF66-0B3BA221A130}"/>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272858" y="1249278"/>
            <a:ext cx="428625" cy="228600"/>
          </a:xfrm>
          <a:prstGeom prst="rect">
            <a:avLst/>
          </a:prstGeom>
        </p:spPr>
      </p:pic>
      <p:sp>
        <p:nvSpPr>
          <p:cNvPr id="30" name="Text Placeholder 8">
            <a:extLst>
              <a:ext uri="{FF2B5EF4-FFF2-40B4-BE49-F238E27FC236}">
                <a16:creationId xmlns:a16="http://schemas.microsoft.com/office/drawing/2014/main" id="{592C836C-A4E5-4589-126A-E6DBFB4858CC}"/>
              </a:ext>
            </a:extLst>
          </p:cNvPr>
          <p:cNvSpPr>
            <a:spLocks noGrp="1"/>
          </p:cNvSpPr>
          <p:nvPr>
            <p:ph type="body" sz="quarter" idx="46" hasCustomPrompt="1"/>
          </p:nvPr>
        </p:nvSpPr>
        <p:spPr>
          <a:xfrm>
            <a:off x="1709468" y="1219342"/>
            <a:ext cx="6480682" cy="321385"/>
          </a:xfrm>
        </p:spPr>
        <p:txBody>
          <a:bodyPr anchor="ctr"/>
          <a:lstStyle/>
          <a:p>
            <a:r>
              <a:rPr lang="en-BG" dirty="0"/>
              <a:t>PLACEHOLDER TEXT</a:t>
            </a:r>
          </a:p>
        </p:txBody>
      </p:sp>
      <p:sp>
        <p:nvSpPr>
          <p:cNvPr id="32" name="Text Placeholder 27">
            <a:extLst>
              <a:ext uri="{FF2B5EF4-FFF2-40B4-BE49-F238E27FC236}">
                <a16:creationId xmlns:a16="http://schemas.microsoft.com/office/drawing/2014/main" id="{B706253E-F071-0C2C-A099-A64CF2381D0E}"/>
              </a:ext>
            </a:extLst>
          </p:cNvPr>
          <p:cNvSpPr>
            <a:spLocks noGrp="1"/>
          </p:cNvSpPr>
          <p:nvPr>
            <p:ph type="body" sz="quarter" idx="14"/>
          </p:nvPr>
        </p:nvSpPr>
        <p:spPr>
          <a:xfrm>
            <a:off x="1144601" y="3225956"/>
            <a:ext cx="7045549" cy="1385496"/>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
        <p:nvSpPr>
          <p:cNvPr id="34" name="Text Placeholder 27">
            <a:extLst>
              <a:ext uri="{FF2B5EF4-FFF2-40B4-BE49-F238E27FC236}">
                <a16:creationId xmlns:a16="http://schemas.microsoft.com/office/drawing/2014/main" id="{0017F7B0-B94D-7EDE-55E0-D17501E69A07}"/>
              </a:ext>
            </a:extLst>
          </p:cNvPr>
          <p:cNvSpPr>
            <a:spLocks noGrp="1"/>
          </p:cNvSpPr>
          <p:nvPr>
            <p:ph type="body" sz="quarter" idx="47"/>
          </p:nvPr>
        </p:nvSpPr>
        <p:spPr>
          <a:xfrm>
            <a:off x="1144601" y="5115716"/>
            <a:ext cx="7045549" cy="1385496"/>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sp>
        <p:nvSpPr>
          <p:cNvPr id="3" name="Title 24">
            <a:extLst>
              <a:ext uri="{FF2B5EF4-FFF2-40B4-BE49-F238E27FC236}">
                <a16:creationId xmlns:a16="http://schemas.microsoft.com/office/drawing/2014/main" id="{7E05F5EF-14BD-3FF6-4AD6-D193C69B7C0D}"/>
              </a:ext>
            </a:extLst>
          </p:cNvPr>
          <p:cNvSpPr>
            <a:spLocks noGrp="1"/>
          </p:cNvSpPr>
          <p:nvPr>
            <p:ph type="title"/>
          </p:nvPr>
        </p:nvSpPr>
        <p:spPr>
          <a:xfrm>
            <a:off x="1171256" y="1887724"/>
            <a:ext cx="7810501" cy="720439"/>
          </a:xfrm>
        </p:spPr>
        <p:txBody>
          <a:bodyPr/>
          <a:lstStyle/>
          <a:p>
            <a:r>
              <a:rPr lang="en-GB" dirty="0"/>
              <a:t>Click to edit Master title style</a:t>
            </a:r>
            <a:endParaRPr lang="en-BG" dirty="0"/>
          </a:p>
        </p:txBody>
      </p:sp>
    </p:spTree>
    <p:extLst>
      <p:ext uri="{BB962C8B-B14F-4D97-AF65-F5344CB8AC3E}">
        <p14:creationId xmlns:p14="http://schemas.microsoft.com/office/powerpoint/2010/main" val="20574808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lide with Image and Headline">
    <p:spTree>
      <p:nvGrpSpPr>
        <p:cNvPr id="1" name=""/>
        <p:cNvGrpSpPr/>
        <p:nvPr/>
      </p:nvGrpSpPr>
      <p:grpSpPr>
        <a:xfrm>
          <a:off x="0" y="0"/>
          <a:ext cx="0" cy="0"/>
          <a:chOff x="0" y="0"/>
          <a:chExt cx="0" cy="0"/>
        </a:xfrm>
      </p:grpSpPr>
      <p:pic>
        <p:nvPicPr>
          <p:cNvPr id="2" name="Group 1" descr="preencoded.png">
            <a:extLst>
              <a:ext uri="{FF2B5EF4-FFF2-40B4-BE49-F238E27FC236}">
                <a16:creationId xmlns:a16="http://schemas.microsoft.com/office/drawing/2014/main" id="{7C8523A0-9939-4E4B-7A3E-8AF2BA2B1CBA}"/>
              </a:ext>
            </a:extLst>
          </p:cNvPr>
          <p:cNvPicPr/>
          <p:nvPr userDrawn="1"/>
        </p:nvPicPr>
        <p:blipFill>
          <a:blip r:embed="rId2"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Rounded Rectangle 4">
            <a:extLst>
              <a:ext uri="{FF2B5EF4-FFF2-40B4-BE49-F238E27FC236}">
                <a16:creationId xmlns:a16="http://schemas.microsoft.com/office/drawing/2014/main" id="{DA647261-BC3D-9D47-B572-71533209219D}"/>
              </a:ext>
            </a:extLst>
          </p:cNvPr>
          <p:cNvSpPr/>
          <p:nvPr userDrawn="1"/>
        </p:nvSpPr>
        <p:spPr>
          <a:xfrm rot="10800000">
            <a:off x="-1602" y="0"/>
            <a:ext cx="18289601" cy="10287000"/>
          </a:xfrm>
          <a:prstGeom prst="roundRect">
            <a:avLst>
              <a:gd name="adj" fmla="val 0"/>
            </a:avLst>
          </a:prstGeom>
          <a:gradFill flip="none" rotWithShape="1">
            <a:gsLst>
              <a:gs pos="100000">
                <a:schemeClr val="accent1"/>
              </a:gs>
              <a:gs pos="11000">
                <a:schemeClr val="accent5"/>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6" name="Rounded Rectangle 5">
            <a:extLst>
              <a:ext uri="{FF2B5EF4-FFF2-40B4-BE49-F238E27FC236}">
                <a16:creationId xmlns:a16="http://schemas.microsoft.com/office/drawing/2014/main" id="{A59D2D3A-711D-5B54-A8D0-B91B3DB01B68}"/>
              </a:ext>
            </a:extLst>
          </p:cNvPr>
          <p:cNvSpPr/>
          <p:nvPr userDrawn="1"/>
        </p:nvSpPr>
        <p:spPr>
          <a:xfrm>
            <a:off x="608366" y="616030"/>
            <a:ext cx="17064591" cy="9099470"/>
          </a:xfrm>
          <a:prstGeom prst="roundRect">
            <a:avLst>
              <a:gd name="adj" fmla="val 7122"/>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7" name="Picture Placeholder 8">
            <a:extLst>
              <a:ext uri="{FF2B5EF4-FFF2-40B4-BE49-F238E27FC236}">
                <a16:creationId xmlns:a16="http://schemas.microsoft.com/office/drawing/2014/main" id="{D4C48B45-7EED-A495-A221-F87F2FF4C35A}"/>
              </a:ext>
            </a:extLst>
          </p:cNvPr>
          <p:cNvSpPr>
            <a:spLocks noGrp="1"/>
          </p:cNvSpPr>
          <p:nvPr>
            <p:ph type="pic" sz="quarter" idx="15"/>
          </p:nvPr>
        </p:nvSpPr>
        <p:spPr>
          <a:xfrm>
            <a:off x="2430463" y="993608"/>
            <a:ext cx="13355637" cy="4445000"/>
          </a:xfrm>
          <a:prstGeom prst="roundRect">
            <a:avLst>
              <a:gd name="adj" fmla="val 3675"/>
            </a:avLst>
          </a:prstGeom>
        </p:spPr>
        <p:txBody>
          <a:bodyPr/>
          <a:lstStyle/>
          <a:p>
            <a:endParaRPr lang="en-BG"/>
          </a:p>
        </p:txBody>
      </p:sp>
      <p:sp>
        <p:nvSpPr>
          <p:cNvPr id="8" name="Title 1">
            <a:extLst>
              <a:ext uri="{FF2B5EF4-FFF2-40B4-BE49-F238E27FC236}">
                <a16:creationId xmlns:a16="http://schemas.microsoft.com/office/drawing/2014/main" id="{88D9350C-87ED-4879-9A0D-724BB39202F2}"/>
              </a:ext>
            </a:extLst>
          </p:cNvPr>
          <p:cNvSpPr>
            <a:spLocks noGrp="1"/>
          </p:cNvSpPr>
          <p:nvPr>
            <p:ph type="title" hasCustomPrompt="1"/>
          </p:nvPr>
        </p:nvSpPr>
        <p:spPr>
          <a:xfrm>
            <a:off x="2430463" y="6070346"/>
            <a:ext cx="13355637" cy="1657080"/>
          </a:xfrm>
        </p:spPr>
        <p:txBody>
          <a:bodyPr anchor="t"/>
          <a:lstStyle>
            <a:lvl1pPr algn="ctr">
              <a:lnSpc>
                <a:spcPct val="80000"/>
              </a:lnSpc>
              <a:defRPr sz="6000">
                <a:solidFill>
                  <a:schemeClr val="bg1"/>
                </a:solidFill>
                <a:latin typeface="All Round Gothic Medium" panose="020B0603020202020104" pitchFamily="34" charset="77"/>
              </a:defRPr>
            </a:lvl1pPr>
          </a:lstStyle>
          <a:p>
            <a:r>
              <a:rPr lang="en-US" dirty="0"/>
              <a:t>Click to edit </a:t>
            </a:r>
            <a:br>
              <a:rPr lang="en-US" dirty="0"/>
            </a:br>
            <a:r>
              <a:rPr lang="en-US" dirty="0"/>
              <a:t>Master title style</a:t>
            </a:r>
          </a:p>
        </p:txBody>
      </p:sp>
      <p:sp>
        <p:nvSpPr>
          <p:cNvPr id="10" name="TextBox 9">
            <a:extLst>
              <a:ext uri="{FF2B5EF4-FFF2-40B4-BE49-F238E27FC236}">
                <a16:creationId xmlns:a16="http://schemas.microsoft.com/office/drawing/2014/main" id="{2C1038C5-B961-1214-C806-DB8635792F46}"/>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sp>
        <p:nvSpPr>
          <p:cNvPr id="11" name="Slide Number Placeholder 0">
            <a:extLst>
              <a:ext uri="{FF2B5EF4-FFF2-40B4-BE49-F238E27FC236}">
                <a16:creationId xmlns:a16="http://schemas.microsoft.com/office/drawing/2014/main" id="{43A05C0D-2765-B6A2-E4A6-48C112C00EEE}"/>
              </a:ext>
            </a:extLst>
          </p:cNvPr>
          <p:cNvSpPr txBox="1"/>
          <p:nvPr userDrawn="1"/>
        </p:nvSpPr>
        <p:spPr>
          <a:xfrm>
            <a:off x="16931735" y="9786597"/>
            <a:ext cx="1146201" cy="300000"/>
          </a:xfrm>
          <a:prstGeom prst="rect">
            <a:avLst/>
          </a:prstGeom>
          <a:extLst>
            <a:ext uri="{C572A759-6A51-4108-AA02-DFA0A04FC94B}">
              <ma14:wrappingTextBoxFlag xmlns="" xmlns:ma14="http://schemas.microsoft.com/office/mac/drawingml/2011/main" val="0"/>
            </a:ext>
          </a:extLst>
        </p:spPr>
        <p:txBody>
          <a:bodyPr/>
          <a:lstStyle>
            <a:lvl1pPr marL="0" algn="r" defTabSz="914400" rtl="0" eaLnBrk="1" latinLnBrk="0" hangingPunct="1">
              <a:defRPr sz="1400" b="0" i="0" kern="1200">
                <a:solidFill>
                  <a:schemeClr val="bg1"/>
                </a:solidFill>
                <a:latin typeface="Bahnschrift" panose="020B0502040204020203" pitchFamily="34" charset="0"/>
                <a:ea typeface="Bahnschrift" panose="020B0502040204020203" pitchFamily="34" charset="0"/>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z="1200" b="0" i="0" smtClean="0">
                <a:solidFill>
                  <a:schemeClr val="bg1"/>
                </a:solidFill>
                <a:latin typeface="Overused Grotesk" pitchFamily="2" charset="0"/>
              </a:rPr>
              <a:pPr/>
              <a:t>‹#›</a:t>
            </a:fld>
            <a:endParaRPr lang="en-US" sz="1200" b="0" i="0" dirty="0">
              <a:solidFill>
                <a:schemeClr val="bg1"/>
              </a:solidFill>
              <a:latin typeface="Overused Grotesk" pitchFamily="2" charset="0"/>
            </a:endParaRPr>
          </a:p>
        </p:txBody>
      </p:sp>
      <p:sp>
        <p:nvSpPr>
          <p:cNvPr id="13" name="Text Placeholder 27">
            <a:extLst>
              <a:ext uri="{FF2B5EF4-FFF2-40B4-BE49-F238E27FC236}">
                <a16:creationId xmlns:a16="http://schemas.microsoft.com/office/drawing/2014/main" id="{19F10CEE-E71E-00EE-A2A3-A87375086837}"/>
              </a:ext>
            </a:extLst>
          </p:cNvPr>
          <p:cNvSpPr>
            <a:spLocks noGrp="1"/>
          </p:cNvSpPr>
          <p:nvPr>
            <p:ph type="body" sz="quarter" idx="18"/>
          </p:nvPr>
        </p:nvSpPr>
        <p:spPr>
          <a:xfrm>
            <a:off x="5546045" y="8302014"/>
            <a:ext cx="7144430" cy="958230"/>
          </a:xfrm>
        </p:spPr>
        <p:txBody>
          <a:bodyPr/>
          <a:lstStyle>
            <a:lvl1pPr algn="ctr">
              <a:defRPr sz="2000" b="0" i="0">
                <a:solidFill>
                  <a:schemeClr val="bg1"/>
                </a:solidFill>
                <a:latin typeface="Overused Grotesk" pitchFamily="2" charset="0"/>
              </a:defRPr>
            </a:lvl1pPr>
            <a:lvl2pPr algn="ctr">
              <a:defRPr sz="2000" b="0" i="0">
                <a:solidFill>
                  <a:schemeClr val="bg1"/>
                </a:solidFill>
                <a:latin typeface="+mn-lt"/>
              </a:defRPr>
            </a:lvl2pPr>
            <a:lvl3pPr algn="ctr">
              <a:defRPr sz="2000" b="0" i="0">
                <a:solidFill>
                  <a:schemeClr val="bg1"/>
                </a:solidFill>
                <a:latin typeface="+mn-lt"/>
              </a:defRPr>
            </a:lvl3pPr>
            <a:lvl4pPr algn="ctr">
              <a:defRPr sz="2000" b="0" i="0">
                <a:solidFill>
                  <a:schemeClr val="bg1"/>
                </a:solidFill>
                <a:latin typeface="+mn-lt"/>
              </a:defRPr>
            </a:lvl4pPr>
            <a:lvl5pPr algn="ctr">
              <a:defRPr sz="2000" b="0" i="0">
                <a:solidFill>
                  <a:schemeClr val="bg1"/>
                </a:solidFill>
                <a:latin typeface="+mn-lt"/>
              </a:defRPr>
            </a:lvl5pPr>
          </a:lstStyle>
          <a:p>
            <a:pPr lvl="0"/>
            <a:r>
              <a:rPr lang="en-GB" dirty="0"/>
              <a:t>Click to edit Master text styles</a:t>
            </a:r>
          </a:p>
        </p:txBody>
      </p:sp>
    </p:spTree>
    <p:extLst>
      <p:ext uri="{BB962C8B-B14F-4D97-AF65-F5344CB8AC3E}">
        <p14:creationId xmlns:p14="http://schemas.microsoft.com/office/powerpoint/2010/main" val="18891370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lide with Photo Frame">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0"/>
            <a:ext cx="7512698" cy="1401139"/>
          </a:xfrm>
        </p:spPr>
        <p:txBody>
          <a:bodyPr/>
          <a:lstStyle/>
          <a:p>
            <a:r>
              <a:rPr lang="en-GB" dirty="0"/>
              <a:t>Click to edit Master title style</a:t>
            </a:r>
            <a:endParaRPr lang="en-BG" dirty="0"/>
          </a:p>
        </p:txBody>
      </p:sp>
      <p:pic>
        <p:nvPicPr>
          <p:cNvPr id="2" name="Group 1000005109" descr="preencoded.png">
            <a:extLst>
              <a:ext uri="{FF2B5EF4-FFF2-40B4-BE49-F238E27FC236}">
                <a16:creationId xmlns:a16="http://schemas.microsoft.com/office/drawing/2014/main" id="{F52F3B78-5921-4661-DBB4-02E878C70F24}"/>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
        <p:nvSpPr>
          <p:cNvPr id="3" name="Text Placeholder 27">
            <a:extLst>
              <a:ext uri="{FF2B5EF4-FFF2-40B4-BE49-F238E27FC236}">
                <a16:creationId xmlns:a16="http://schemas.microsoft.com/office/drawing/2014/main" id="{2D87A3B7-8C4C-DED2-22F0-70B9CEF4D835}"/>
              </a:ext>
            </a:extLst>
          </p:cNvPr>
          <p:cNvSpPr>
            <a:spLocks noGrp="1"/>
          </p:cNvSpPr>
          <p:nvPr>
            <p:ph type="body" sz="quarter" idx="18"/>
          </p:nvPr>
        </p:nvSpPr>
        <p:spPr>
          <a:xfrm>
            <a:off x="8229600" y="1284908"/>
            <a:ext cx="7962900" cy="958230"/>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4"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pic>
        <p:nvPicPr>
          <p:cNvPr id="10" name="image" descr="preencoded.png">
            <a:extLst>
              <a:ext uri="{FF2B5EF4-FFF2-40B4-BE49-F238E27FC236}">
                <a16:creationId xmlns:a16="http://schemas.microsoft.com/office/drawing/2014/main" id="{D2504A67-98AD-39F1-80D3-36EEE7DBD036}"/>
              </a:ext>
            </a:extLst>
          </p:cNvPr>
          <p:cNvPicPr>
            <a:picLocks noChangeAspect="1"/>
          </p:cNvPicPr>
          <p:nvPr userDrawn="1"/>
        </p:nvPicPr>
        <p:blipFill>
          <a:blip r:embed="rId5" cstate="email">
            <a:extLst>
              <a:ext uri="{28A0092B-C50C-407E-A947-70E740481C1C}">
                <a14:useLocalDpi xmlns:a14="http://schemas.microsoft.com/office/drawing/2010/main"/>
              </a:ext>
            </a:extLst>
          </a:blip>
          <a:srcRect/>
          <a:stretch/>
        </p:blipFill>
        <p:spPr>
          <a:xfrm>
            <a:off x="8229600" y="2371725"/>
            <a:ext cx="7962900" cy="7343775"/>
          </a:xfrm>
          <a:prstGeom prst="rect">
            <a:avLst/>
          </a:prstGeom>
        </p:spPr>
      </p:pic>
      <p:sp>
        <p:nvSpPr>
          <p:cNvPr id="11" name="Picture Placeholder 8">
            <a:extLst>
              <a:ext uri="{FF2B5EF4-FFF2-40B4-BE49-F238E27FC236}">
                <a16:creationId xmlns:a16="http://schemas.microsoft.com/office/drawing/2014/main" id="{228DA4AB-FCCD-4CD3-C5C1-D79DA8EF11E4}"/>
              </a:ext>
            </a:extLst>
          </p:cNvPr>
          <p:cNvSpPr>
            <a:spLocks noGrp="1"/>
          </p:cNvSpPr>
          <p:nvPr>
            <p:ph type="pic" sz="quarter" idx="16"/>
          </p:nvPr>
        </p:nvSpPr>
        <p:spPr>
          <a:xfrm>
            <a:off x="9229712" y="3644971"/>
            <a:ext cx="5962676" cy="4797282"/>
          </a:xfrm>
          <a:custGeom>
            <a:avLst/>
            <a:gdLst>
              <a:gd name="connsiteX0" fmla="*/ 238215 w 7726452"/>
              <a:gd name="connsiteY0" fmla="*/ 144 h 7922334"/>
              <a:gd name="connsiteX1" fmla="*/ 3863226 w 7726452"/>
              <a:gd name="connsiteY1" fmla="*/ 145085 h 7922334"/>
              <a:gd name="connsiteX2" fmla="*/ 7488237 w 7726452"/>
              <a:gd name="connsiteY2" fmla="*/ 144 h 7922334"/>
              <a:gd name="connsiteX3" fmla="*/ 7725805 w 7726452"/>
              <a:gd name="connsiteY3" fmla="*/ 318150 h 7922334"/>
              <a:gd name="connsiteX4" fmla="*/ 7505086 w 7726452"/>
              <a:gd name="connsiteY4" fmla="*/ 3938452 h 7922334"/>
              <a:gd name="connsiteX5" fmla="*/ 7505086 w 7726452"/>
              <a:gd name="connsiteY5" fmla="*/ 3983882 h 7922334"/>
              <a:gd name="connsiteX6" fmla="*/ 7725805 w 7726452"/>
              <a:gd name="connsiteY6" fmla="*/ 7604184 h 7922334"/>
              <a:gd name="connsiteX7" fmla="*/ 7488237 w 7726452"/>
              <a:gd name="connsiteY7" fmla="*/ 7922191 h 7922334"/>
              <a:gd name="connsiteX8" fmla="*/ 3863226 w 7726452"/>
              <a:gd name="connsiteY8" fmla="*/ 7777249 h 7922334"/>
              <a:gd name="connsiteX9" fmla="*/ 238215 w 7726452"/>
              <a:gd name="connsiteY9" fmla="*/ 7922191 h 7922334"/>
              <a:gd name="connsiteX10" fmla="*/ 648 w 7726452"/>
              <a:gd name="connsiteY10" fmla="*/ 7604184 h 7922334"/>
              <a:gd name="connsiteX11" fmla="*/ 221367 w 7726452"/>
              <a:gd name="connsiteY11" fmla="*/ 3983882 h 7922334"/>
              <a:gd name="connsiteX12" fmla="*/ 221367 w 7726452"/>
              <a:gd name="connsiteY12" fmla="*/ 3938452 h 7922334"/>
              <a:gd name="connsiteX13" fmla="*/ 648 w 7726452"/>
              <a:gd name="connsiteY13" fmla="*/ 318150 h 7922334"/>
              <a:gd name="connsiteX14" fmla="*/ 238215 w 7726452"/>
              <a:gd name="connsiteY14" fmla="*/ 144 h 7922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26452" h="7922334">
                <a:moveTo>
                  <a:pt x="238215" y="144"/>
                </a:moveTo>
                <a:lnTo>
                  <a:pt x="3863226" y="145085"/>
                </a:lnTo>
                <a:lnTo>
                  <a:pt x="7488237" y="144"/>
                </a:lnTo>
                <a:cubicBezTo>
                  <a:pt x="7624712" y="-5265"/>
                  <a:pt x="7735914" y="142922"/>
                  <a:pt x="7725805" y="318150"/>
                </a:cubicBezTo>
                <a:lnTo>
                  <a:pt x="7505086" y="3938452"/>
                </a:lnTo>
                <a:lnTo>
                  <a:pt x="7505086" y="3983882"/>
                </a:lnTo>
                <a:lnTo>
                  <a:pt x="7725805" y="7604184"/>
                </a:lnTo>
                <a:cubicBezTo>
                  <a:pt x="7735914" y="7779412"/>
                  <a:pt x="7626397" y="7927599"/>
                  <a:pt x="7488237" y="7922191"/>
                </a:cubicBezTo>
                <a:lnTo>
                  <a:pt x="3863226" y="7777249"/>
                </a:lnTo>
                <a:lnTo>
                  <a:pt x="238215" y="7922191"/>
                </a:lnTo>
                <a:cubicBezTo>
                  <a:pt x="101740" y="7927599"/>
                  <a:pt x="-9462" y="7779412"/>
                  <a:pt x="648" y="7604184"/>
                </a:cubicBezTo>
                <a:lnTo>
                  <a:pt x="221367" y="3983882"/>
                </a:lnTo>
                <a:lnTo>
                  <a:pt x="221367" y="3938452"/>
                </a:lnTo>
                <a:lnTo>
                  <a:pt x="648" y="318150"/>
                </a:lnTo>
                <a:cubicBezTo>
                  <a:pt x="-9462" y="142922"/>
                  <a:pt x="100055" y="-5265"/>
                  <a:pt x="238215" y="144"/>
                </a:cubicBezTo>
                <a:close/>
              </a:path>
            </a:pathLst>
          </a:custGeom>
          <a:solidFill>
            <a:schemeClr val="bg2"/>
          </a:solidFill>
        </p:spPr>
        <p:txBody>
          <a:bodyPr wrap="square">
            <a:noAutofit/>
          </a:bodyPr>
          <a:lstStyle/>
          <a:p>
            <a:endParaRPr lang="en-BG" dirty="0"/>
          </a:p>
        </p:txBody>
      </p:sp>
    </p:spTree>
    <p:extLst>
      <p:ext uri="{BB962C8B-B14F-4D97-AF65-F5344CB8AC3E}">
        <p14:creationId xmlns:p14="http://schemas.microsoft.com/office/powerpoint/2010/main" val="38979517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Slide with Images">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0"/>
            <a:ext cx="6521135" cy="1401139"/>
          </a:xfrm>
        </p:spPr>
        <p:txBody>
          <a:bodyPr/>
          <a:lstStyle/>
          <a:p>
            <a:r>
              <a:rPr lang="en-GB" dirty="0"/>
              <a:t>Click to edit Master title style</a:t>
            </a:r>
            <a:endParaRPr lang="en-BG" dirty="0"/>
          </a:p>
        </p:txBody>
      </p:sp>
      <p:pic>
        <p:nvPicPr>
          <p:cNvPr id="2" name="Group 1000005109" descr="preencoded.png">
            <a:extLst>
              <a:ext uri="{FF2B5EF4-FFF2-40B4-BE49-F238E27FC236}">
                <a16:creationId xmlns:a16="http://schemas.microsoft.com/office/drawing/2014/main" id="{F52F3B78-5921-4661-DBB4-02E878C70F24}"/>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
        <p:nvSpPr>
          <p:cNvPr id="3" name="Text Placeholder 27">
            <a:extLst>
              <a:ext uri="{FF2B5EF4-FFF2-40B4-BE49-F238E27FC236}">
                <a16:creationId xmlns:a16="http://schemas.microsoft.com/office/drawing/2014/main" id="{2D87A3B7-8C4C-DED2-22F0-70B9CEF4D835}"/>
              </a:ext>
            </a:extLst>
          </p:cNvPr>
          <p:cNvSpPr>
            <a:spLocks noGrp="1"/>
          </p:cNvSpPr>
          <p:nvPr>
            <p:ph type="body" sz="quarter" idx="18"/>
          </p:nvPr>
        </p:nvSpPr>
        <p:spPr>
          <a:xfrm>
            <a:off x="568881" y="6677025"/>
            <a:ext cx="6401833" cy="2799230"/>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4"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1008111" y="553117"/>
            <a:ext cx="5966416" cy="321385"/>
          </a:xfrm>
        </p:spPr>
        <p:txBody>
          <a:bodyPr anchor="ctr"/>
          <a:lstStyle/>
          <a:p>
            <a:r>
              <a:rPr lang="en-BG" dirty="0"/>
              <a:t>PLACEHOLDER TEXT</a:t>
            </a:r>
          </a:p>
        </p:txBody>
      </p:sp>
      <p:sp>
        <p:nvSpPr>
          <p:cNvPr id="17" name="Picture Placeholder 23">
            <a:extLst>
              <a:ext uri="{FF2B5EF4-FFF2-40B4-BE49-F238E27FC236}">
                <a16:creationId xmlns:a16="http://schemas.microsoft.com/office/drawing/2014/main" id="{BDBBA05B-CE4C-F53F-69A9-0202C4C92E7D}"/>
              </a:ext>
            </a:extLst>
          </p:cNvPr>
          <p:cNvSpPr>
            <a:spLocks noGrp="1"/>
          </p:cNvSpPr>
          <p:nvPr>
            <p:ph type="pic" sz="quarter" idx="16"/>
          </p:nvPr>
        </p:nvSpPr>
        <p:spPr>
          <a:xfrm>
            <a:off x="7361238" y="582145"/>
            <a:ext cx="9450387" cy="4450367"/>
          </a:xfrm>
          <a:prstGeom prst="rect">
            <a:avLst/>
          </a:prstGeom>
          <a:solidFill>
            <a:schemeClr val="bg2"/>
          </a:solidFill>
        </p:spPr>
        <p:txBody>
          <a:bodyPr/>
          <a:lstStyle/>
          <a:p>
            <a:endParaRPr lang="en-BG"/>
          </a:p>
        </p:txBody>
      </p:sp>
      <p:sp>
        <p:nvSpPr>
          <p:cNvPr id="18" name="Picture Placeholder 25">
            <a:extLst>
              <a:ext uri="{FF2B5EF4-FFF2-40B4-BE49-F238E27FC236}">
                <a16:creationId xmlns:a16="http://schemas.microsoft.com/office/drawing/2014/main" id="{D8DF9E44-B6D7-11CE-8ED6-54EB7ECCE4B2}"/>
              </a:ext>
            </a:extLst>
          </p:cNvPr>
          <p:cNvSpPr>
            <a:spLocks noGrp="1"/>
          </p:cNvSpPr>
          <p:nvPr>
            <p:ph type="pic" sz="quarter" idx="19"/>
          </p:nvPr>
        </p:nvSpPr>
        <p:spPr>
          <a:xfrm>
            <a:off x="12172950" y="5141913"/>
            <a:ext cx="4638675" cy="2228850"/>
          </a:xfrm>
          <a:prstGeom prst="rect">
            <a:avLst/>
          </a:prstGeom>
          <a:solidFill>
            <a:schemeClr val="bg2"/>
          </a:solidFill>
        </p:spPr>
        <p:txBody>
          <a:bodyPr/>
          <a:lstStyle/>
          <a:p>
            <a:endParaRPr lang="en-BG"/>
          </a:p>
        </p:txBody>
      </p:sp>
      <p:sp>
        <p:nvSpPr>
          <p:cNvPr id="19" name="Picture Placeholder 25">
            <a:extLst>
              <a:ext uri="{FF2B5EF4-FFF2-40B4-BE49-F238E27FC236}">
                <a16:creationId xmlns:a16="http://schemas.microsoft.com/office/drawing/2014/main" id="{E4316651-3CF5-DC75-859B-05AEF4D4C189}"/>
              </a:ext>
            </a:extLst>
          </p:cNvPr>
          <p:cNvSpPr>
            <a:spLocks noGrp="1"/>
          </p:cNvSpPr>
          <p:nvPr>
            <p:ph type="pic" sz="quarter" idx="21"/>
          </p:nvPr>
        </p:nvSpPr>
        <p:spPr>
          <a:xfrm>
            <a:off x="12172950" y="7480164"/>
            <a:ext cx="4638675" cy="2228850"/>
          </a:xfrm>
          <a:prstGeom prst="rect">
            <a:avLst/>
          </a:prstGeom>
          <a:solidFill>
            <a:schemeClr val="bg2"/>
          </a:solidFill>
        </p:spPr>
        <p:txBody>
          <a:bodyPr/>
          <a:lstStyle/>
          <a:p>
            <a:endParaRPr lang="en-BG"/>
          </a:p>
        </p:txBody>
      </p:sp>
      <p:sp>
        <p:nvSpPr>
          <p:cNvPr id="20" name="Picture Placeholder 25">
            <a:extLst>
              <a:ext uri="{FF2B5EF4-FFF2-40B4-BE49-F238E27FC236}">
                <a16:creationId xmlns:a16="http://schemas.microsoft.com/office/drawing/2014/main" id="{15BE7F06-4223-A9B1-D4F7-BAA799DE12E4}"/>
              </a:ext>
            </a:extLst>
          </p:cNvPr>
          <p:cNvSpPr>
            <a:spLocks noGrp="1"/>
          </p:cNvSpPr>
          <p:nvPr>
            <p:ph type="pic" sz="quarter" idx="22"/>
          </p:nvPr>
        </p:nvSpPr>
        <p:spPr>
          <a:xfrm>
            <a:off x="7361238" y="5141913"/>
            <a:ext cx="4706937" cy="2228850"/>
          </a:xfrm>
          <a:prstGeom prst="rect">
            <a:avLst/>
          </a:prstGeom>
          <a:solidFill>
            <a:schemeClr val="bg2"/>
          </a:solidFill>
        </p:spPr>
        <p:txBody>
          <a:bodyPr/>
          <a:lstStyle/>
          <a:p>
            <a:endParaRPr lang="en-BG"/>
          </a:p>
        </p:txBody>
      </p:sp>
      <p:sp>
        <p:nvSpPr>
          <p:cNvPr id="21" name="Picture Placeholder 25">
            <a:extLst>
              <a:ext uri="{FF2B5EF4-FFF2-40B4-BE49-F238E27FC236}">
                <a16:creationId xmlns:a16="http://schemas.microsoft.com/office/drawing/2014/main" id="{A84B9FB4-69E2-B5C1-9763-3CBDB139918D}"/>
              </a:ext>
            </a:extLst>
          </p:cNvPr>
          <p:cNvSpPr>
            <a:spLocks noGrp="1"/>
          </p:cNvSpPr>
          <p:nvPr>
            <p:ph type="pic" sz="quarter" idx="20"/>
          </p:nvPr>
        </p:nvSpPr>
        <p:spPr>
          <a:xfrm>
            <a:off x="7361238" y="7480164"/>
            <a:ext cx="4706937" cy="2228850"/>
          </a:xfrm>
          <a:prstGeom prst="rect">
            <a:avLst/>
          </a:prstGeom>
          <a:solidFill>
            <a:schemeClr val="bg2"/>
          </a:solidFill>
        </p:spPr>
        <p:txBody>
          <a:bodyPr/>
          <a:lstStyle/>
          <a:p>
            <a:endParaRPr lang="en-BG"/>
          </a:p>
        </p:txBody>
      </p:sp>
    </p:spTree>
    <p:extLst>
      <p:ext uri="{BB962C8B-B14F-4D97-AF65-F5344CB8AC3E}">
        <p14:creationId xmlns:p14="http://schemas.microsoft.com/office/powerpoint/2010/main" val="2874391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Slide with Images">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pic>
        <p:nvPicPr>
          <p:cNvPr id="2" name="Group 1000005109" descr="preencoded.png">
            <a:extLst>
              <a:ext uri="{FF2B5EF4-FFF2-40B4-BE49-F238E27FC236}">
                <a16:creationId xmlns:a16="http://schemas.microsoft.com/office/drawing/2014/main" id="{F52F3B78-5921-4661-DBB4-02E878C70F24}"/>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
        <p:nvSpPr>
          <p:cNvPr id="3" name="Text Placeholder 27">
            <a:extLst>
              <a:ext uri="{FF2B5EF4-FFF2-40B4-BE49-F238E27FC236}">
                <a16:creationId xmlns:a16="http://schemas.microsoft.com/office/drawing/2014/main" id="{2D87A3B7-8C4C-DED2-22F0-70B9CEF4D835}"/>
              </a:ext>
            </a:extLst>
          </p:cNvPr>
          <p:cNvSpPr>
            <a:spLocks noGrp="1"/>
          </p:cNvSpPr>
          <p:nvPr>
            <p:ph type="body" sz="quarter" idx="18"/>
          </p:nvPr>
        </p:nvSpPr>
        <p:spPr>
          <a:xfrm>
            <a:off x="568881" y="6677025"/>
            <a:ext cx="7515316" cy="2799230"/>
          </a:xfrm>
        </p:spPr>
        <p:txBody>
          <a:bodyPr/>
          <a:lstStyle>
            <a:lvl1pPr>
              <a:defRPr sz="2000" b="0" i="0">
                <a:latin typeface="Overused Grotesk" pitchFamily="2" charset="0"/>
              </a:defRPr>
            </a:lvl1pPr>
            <a:lvl2pPr>
              <a:defRPr sz="2000" b="0" i="0">
                <a:latin typeface="Overused Grotesk" pitchFamily="2" charset="0"/>
              </a:defRPr>
            </a:lvl2pPr>
            <a:lvl3pPr>
              <a:defRPr sz="2000" b="0" i="0">
                <a:latin typeface="Overused Grotesk" pitchFamily="2" charset="0"/>
              </a:defRPr>
            </a:lvl3pPr>
            <a:lvl4pPr>
              <a:defRPr sz="2000" b="0" i="0">
                <a:latin typeface="Overused Grotesk" pitchFamily="2" charset="0"/>
              </a:defRPr>
            </a:lvl4pPr>
            <a:lvl5pPr>
              <a:defRPr sz="2000" b="0" i="0">
                <a:latin typeface="Overused Grotesk"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G" dirty="0"/>
          </a:p>
        </p:txBody>
      </p:sp>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4"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sp>
        <p:nvSpPr>
          <p:cNvPr id="6" name="Picture Placeholder 23">
            <a:extLst>
              <a:ext uri="{FF2B5EF4-FFF2-40B4-BE49-F238E27FC236}">
                <a16:creationId xmlns:a16="http://schemas.microsoft.com/office/drawing/2014/main" id="{0B583BB0-53EF-C0E0-4D78-863D9FA951BA}"/>
              </a:ext>
            </a:extLst>
          </p:cNvPr>
          <p:cNvSpPr>
            <a:spLocks noGrp="1"/>
          </p:cNvSpPr>
          <p:nvPr>
            <p:ph type="pic" sz="quarter" idx="16"/>
          </p:nvPr>
        </p:nvSpPr>
        <p:spPr>
          <a:xfrm>
            <a:off x="8602664" y="582145"/>
            <a:ext cx="8208961" cy="3031473"/>
          </a:xfrm>
          <a:prstGeom prst="rect">
            <a:avLst/>
          </a:prstGeom>
          <a:solidFill>
            <a:schemeClr val="bg2"/>
          </a:solidFill>
        </p:spPr>
        <p:txBody>
          <a:bodyPr/>
          <a:lstStyle/>
          <a:p>
            <a:endParaRPr lang="en-BG"/>
          </a:p>
        </p:txBody>
      </p:sp>
      <p:sp>
        <p:nvSpPr>
          <p:cNvPr id="7" name="Picture Placeholder 25">
            <a:extLst>
              <a:ext uri="{FF2B5EF4-FFF2-40B4-BE49-F238E27FC236}">
                <a16:creationId xmlns:a16="http://schemas.microsoft.com/office/drawing/2014/main" id="{1BD98D17-665A-FC1D-7F9D-FBC9A548FAD9}"/>
              </a:ext>
            </a:extLst>
          </p:cNvPr>
          <p:cNvSpPr>
            <a:spLocks noGrp="1"/>
          </p:cNvSpPr>
          <p:nvPr>
            <p:ph type="pic" sz="quarter" idx="19"/>
          </p:nvPr>
        </p:nvSpPr>
        <p:spPr>
          <a:xfrm>
            <a:off x="8602663" y="3624263"/>
            <a:ext cx="8207374" cy="3052762"/>
          </a:xfrm>
          <a:prstGeom prst="rect">
            <a:avLst/>
          </a:prstGeom>
          <a:solidFill>
            <a:schemeClr val="bg2"/>
          </a:solidFill>
        </p:spPr>
        <p:txBody>
          <a:bodyPr/>
          <a:lstStyle/>
          <a:p>
            <a:endParaRPr lang="en-BG"/>
          </a:p>
        </p:txBody>
      </p:sp>
      <p:sp>
        <p:nvSpPr>
          <p:cNvPr id="8" name="Picture Placeholder 25">
            <a:extLst>
              <a:ext uri="{FF2B5EF4-FFF2-40B4-BE49-F238E27FC236}">
                <a16:creationId xmlns:a16="http://schemas.microsoft.com/office/drawing/2014/main" id="{209CB033-B7F7-096F-E733-915DCF3A4F57}"/>
              </a:ext>
            </a:extLst>
          </p:cNvPr>
          <p:cNvSpPr>
            <a:spLocks noGrp="1"/>
          </p:cNvSpPr>
          <p:nvPr>
            <p:ph type="pic" sz="quarter" idx="20"/>
          </p:nvPr>
        </p:nvSpPr>
        <p:spPr>
          <a:xfrm>
            <a:off x="8601075" y="6662737"/>
            <a:ext cx="8207374" cy="3042118"/>
          </a:xfrm>
          <a:prstGeom prst="rect">
            <a:avLst/>
          </a:prstGeom>
          <a:solidFill>
            <a:schemeClr val="bg2"/>
          </a:solidFill>
        </p:spPr>
        <p:txBody>
          <a:bodyPr/>
          <a:lstStyle/>
          <a:p>
            <a:endParaRPr lang="en-BG"/>
          </a:p>
        </p:txBody>
      </p:sp>
      <p:sp>
        <p:nvSpPr>
          <p:cNvPr id="9" name="Title 24">
            <a:extLst>
              <a:ext uri="{FF2B5EF4-FFF2-40B4-BE49-F238E27FC236}">
                <a16:creationId xmlns:a16="http://schemas.microsoft.com/office/drawing/2014/main" id="{32A7FADD-B0F4-787A-2261-71AA36CF5E18}"/>
              </a:ext>
            </a:extLst>
          </p:cNvPr>
          <p:cNvSpPr>
            <a:spLocks noGrp="1"/>
          </p:cNvSpPr>
          <p:nvPr>
            <p:ph type="title"/>
          </p:nvPr>
        </p:nvSpPr>
        <p:spPr>
          <a:xfrm>
            <a:off x="449579" y="1284970"/>
            <a:ext cx="6961558" cy="1401139"/>
          </a:xfrm>
        </p:spPr>
        <p:txBody>
          <a:bodyPr/>
          <a:lstStyle/>
          <a:p>
            <a:r>
              <a:rPr lang="en-GB" dirty="0"/>
              <a:t>Click to edit Master title style</a:t>
            </a:r>
            <a:endParaRPr lang="en-BG" dirty="0"/>
          </a:p>
        </p:txBody>
      </p:sp>
    </p:spTree>
    <p:extLst>
      <p:ext uri="{BB962C8B-B14F-4D97-AF65-F5344CB8AC3E}">
        <p14:creationId xmlns:p14="http://schemas.microsoft.com/office/powerpoint/2010/main" val="360118715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lide with White and Blue Background">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7902906" y="583053"/>
            <a:ext cx="428625" cy="228600"/>
          </a:xfrm>
          <a:prstGeom prst="rect">
            <a:avLst/>
          </a:prstGeom>
        </p:spPr>
      </p:pic>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3"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8339516" y="553117"/>
            <a:ext cx="6403027" cy="321385"/>
          </a:xfrm>
        </p:spPr>
        <p:txBody>
          <a:bodyPr anchor="ctr"/>
          <a:lstStyle/>
          <a:p>
            <a:r>
              <a:rPr lang="en-BG" dirty="0"/>
              <a:t>PLACEHOLDER TEXT</a:t>
            </a:r>
          </a:p>
        </p:txBody>
      </p:sp>
      <p:pic>
        <p:nvPicPr>
          <p:cNvPr id="6" name="Rectangle 18879" descr="preencoded.png">
            <a:extLst>
              <a:ext uri="{FF2B5EF4-FFF2-40B4-BE49-F238E27FC236}">
                <a16:creationId xmlns:a16="http://schemas.microsoft.com/office/drawing/2014/main" id="{8C99A496-AC5E-2D44-61EC-B616AEE59606}"/>
              </a:ext>
            </a:extLst>
          </p:cNvPr>
          <p:cNvPicPr/>
          <p:nvPr userDrawn="1"/>
        </p:nvPicPr>
        <p:blipFill>
          <a:blip r:embed="rId4" cstate="email">
            <a:extLst>
              <a:ext uri="{28A0092B-C50C-407E-A947-70E740481C1C}">
                <a14:useLocalDpi xmlns:a14="http://schemas.microsoft.com/office/drawing/2010/main"/>
              </a:ext>
            </a:extLst>
          </a:blip>
          <a:srcRect/>
          <a:stretch/>
        </p:blipFill>
        <p:spPr>
          <a:xfrm>
            <a:off x="0" y="6997148"/>
            <a:ext cx="18305267" cy="3289852"/>
          </a:xfrm>
          <a:prstGeom prst="rect">
            <a:avLst/>
          </a:prstGeom>
        </p:spPr>
      </p:pic>
      <p:sp>
        <p:nvSpPr>
          <p:cNvPr id="10" name="Title 24">
            <a:extLst>
              <a:ext uri="{FF2B5EF4-FFF2-40B4-BE49-F238E27FC236}">
                <a16:creationId xmlns:a16="http://schemas.microsoft.com/office/drawing/2014/main" id="{08F778D9-B0A9-A6D3-CDEE-C0A0C888CEE3}"/>
              </a:ext>
            </a:extLst>
          </p:cNvPr>
          <p:cNvSpPr>
            <a:spLocks noGrp="1"/>
          </p:cNvSpPr>
          <p:nvPr>
            <p:ph type="title"/>
          </p:nvPr>
        </p:nvSpPr>
        <p:spPr>
          <a:xfrm>
            <a:off x="2368715" y="1098599"/>
            <a:ext cx="13550570" cy="1401139"/>
          </a:xfrm>
        </p:spPr>
        <p:txBody>
          <a:bodyPr>
            <a:normAutofit/>
          </a:bodyPr>
          <a:lstStyle>
            <a:lvl1pPr algn="ctr">
              <a:defRPr sz="4600"/>
            </a:lvl1pPr>
          </a:lstStyle>
          <a:p>
            <a:r>
              <a:rPr lang="en-GB" dirty="0"/>
              <a:t>Click to edit Master title style</a:t>
            </a:r>
            <a:endParaRPr lang="en-BG" dirty="0"/>
          </a:p>
        </p:txBody>
      </p:sp>
      <p:sp>
        <p:nvSpPr>
          <p:cNvPr id="11" name="TextBox 10">
            <a:extLst>
              <a:ext uri="{FF2B5EF4-FFF2-40B4-BE49-F238E27FC236}">
                <a16:creationId xmlns:a16="http://schemas.microsoft.com/office/drawing/2014/main" id="{2EC9757C-A3B4-AAAA-DE38-155FAE42F699}"/>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sp>
        <p:nvSpPr>
          <p:cNvPr id="12" name="Slide Number Placeholder 0">
            <a:extLst>
              <a:ext uri="{FF2B5EF4-FFF2-40B4-BE49-F238E27FC236}">
                <a16:creationId xmlns:a16="http://schemas.microsoft.com/office/drawing/2014/main" id="{66A7BADA-CE49-20F1-7A17-16204E80DFFB}"/>
              </a:ext>
            </a:extLst>
          </p:cNvPr>
          <p:cNvSpPr txBox="1"/>
          <p:nvPr userDrawn="1"/>
        </p:nvSpPr>
        <p:spPr>
          <a:xfrm>
            <a:off x="16931735" y="9786597"/>
            <a:ext cx="1146201" cy="300000"/>
          </a:xfrm>
          <a:prstGeom prst="rect">
            <a:avLst/>
          </a:prstGeom>
          <a:extLst>
            <a:ext uri="{C572A759-6A51-4108-AA02-DFA0A04FC94B}">
              <ma14:wrappingTextBoxFlag xmlns="" xmlns:ma14="http://schemas.microsoft.com/office/mac/drawingml/2011/main" val="0"/>
            </a:ext>
          </a:extLst>
        </p:spPr>
        <p:txBody>
          <a:bodyPr/>
          <a:lstStyle>
            <a:lvl1pPr marL="0" algn="r" defTabSz="914400" rtl="0" eaLnBrk="1" latinLnBrk="0" hangingPunct="1">
              <a:defRPr sz="1400" b="0" i="0" kern="1200">
                <a:solidFill>
                  <a:schemeClr val="bg1"/>
                </a:solidFill>
                <a:latin typeface="Bahnschrift" panose="020B0502040204020203" pitchFamily="34" charset="0"/>
                <a:ea typeface="Bahnschrift" panose="020B0502040204020203" pitchFamily="34" charset="0"/>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z="1200" b="0" i="0" smtClean="0">
                <a:solidFill>
                  <a:schemeClr val="bg1"/>
                </a:solidFill>
                <a:latin typeface="Overused Grotesk" pitchFamily="2" charset="0"/>
              </a:rPr>
              <a:pPr/>
              <a:t>‹#›</a:t>
            </a:fld>
            <a:endParaRPr lang="en-US" sz="1200" b="0" i="0" dirty="0">
              <a:solidFill>
                <a:schemeClr val="bg1"/>
              </a:solidFill>
              <a:latin typeface="Overused Grotesk" pitchFamily="2" charset="0"/>
            </a:endParaRPr>
          </a:p>
        </p:txBody>
      </p:sp>
    </p:spTree>
    <p:extLst>
      <p:ext uri="{BB962C8B-B14F-4D97-AF65-F5344CB8AC3E}">
        <p14:creationId xmlns:p14="http://schemas.microsoft.com/office/powerpoint/2010/main" val="16616104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Slide with Shapes ">
    <p:spTree>
      <p:nvGrpSpPr>
        <p:cNvPr id="1" name=""/>
        <p:cNvGrpSpPr/>
        <p:nvPr/>
      </p:nvGrpSpPr>
      <p:grpSpPr>
        <a:xfrm>
          <a:off x="0" y="0"/>
          <a:ext cx="0" cy="0"/>
          <a:chOff x="0" y="0"/>
          <a:chExt cx="0" cy="0"/>
        </a:xfrm>
      </p:grpSpPr>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0"/>
            <a:ext cx="7810501" cy="720439"/>
          </a:xfrm>
        </p:spPr>
        <p:txBody>
          <a:bodyPr/>
          <a:lstStyle/>
          <a:p>
            <a:r>
              <a:rPr lang="en-GB" dirty="0"/>
              <a:t>Click to edit Master title style</a:t>
            </a:r>
            <a:endParaRPr lang="en-BG" dirty="0"/>
          </a:p>
        </p:txBody>
      </p:sp>
      <p:pic>
        <p:nvPicPr>
          <p:cNvPr id="3" name="Group 1" descr="preencoded.png">
            <a:extLst>
              <a:ext uri="{FF2B5EF4-FFF2-40B4-BE49-F238E27FC236}">
                <a16:creationId xmlns:a16="http://schemas.microsoft.com/office/drawing/2014/main" id="{BDBA77DC-9DE9-044B-B601-8172BF9A4151}"/>
              </a:ext>
            </a:extLst>
          </p:cNvPr>
          <p:cNvPicPr/>
          <p:nvPr userDrawn="1"/>
        </p:nvPicPr>
        <p:blipFill>
          <a:blip r:embed="rId3"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4" name="Text Placeholder 8">
            <a:extLst>
              <a:ext uri="{FF2B5EF4-FFF2-40B4-BE49-F238E27FC236}">
                <a16:creationId xmlns:a16="http://schemas.microsoft.com/office/drawing/2014/main" id="{B1C3487F-FA61-43BA-FC89-078665F6C6D4}"/>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pic>
        <p:nvPicPr>
          <p:cNvPr id="2" name="Group 1000005109" descr="preencoded.png">
            <a:extLst>
              <a:ext uri="{FF2B5EF4-FFF2-40B4-BE49-F238E27FC236}">
                <a16:creationId xmlns:a16="http://schemas.microsoft.com/office/drawing/2014/main" id="{9FBD60B5-BBED-D22B-1DD9-977DD84EE07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sp>
        <p:nvSpPr>
          <p:cNvPr id="5" name="Oval 4">
            <a:extLst>
              <a:ext uri="{FF2B5EF4-FFF2-40B4-BE49-F238E27FC236}">
                <a16:creationId xmlns:a16="http://schemas.microsoft.com/office/drawing/2014/main" id="{8FF524EE-1B24-E83C-607E-B3E8DF1BA013}"/>
              </a:ext>
            </a:extLst>
          </p:cNvPr>
          <p:cNvSpPr/>
          <p:nvPr userDrawn="1"/>
        </p:nvSpPr>
        <p:spPr>
          <a:xfrm>
            <a:off x="692859" y="3263581"/>
            <a:ext cx="3268180" cy="326818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6" name="Rounded Rectangle 5">
            <a:extLst>
              <a:ext uri="{FF2B5EF4-FFF2-40B4-BE49-F238E27FC236}">
                <a16:creationId xmlns:a16="http://schemas.microsoft.com/office/drawing/2014/main" id="{2118F134-41DD-44E4-9928-F66C7D2ED608}"/>
              </a:ext>
            </a:extLst>
          </p:cNvPr>
          <p:cNvSpPr/>
          <p:nvPr userDrawn="1"/>
        </p:nvSpPr>
        <p:spPr>
          <a:xfrm>
            <a:off x="4686198" y="3306111"/>
            <a:ext cx="3196509" cy="3196509"/>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7" name="Freeform 6">
            <a:extLst>
              <a:ext uri="{FF2B5EF4-FFF2-40B4-BE49-F238E27FC236}">
                <a16:creationId xmlns:a16="http://schemas.microsoft.com/office/drawing/2014/main" id="{C72E74A4-A3F2-D470-ABEF-157A8CA203E9}"/>
              </a:ext>
            </a:extLst>
          </p:cNvPr>
          <p:cNvSpPr/>
          <p:nvPr userDrawn="1"/>
        </p:nvSpPr>
        <p:spPr>
          <a:xfrm>
            <a:off x="12479061" y="3255173"/>
            <a:ext cx="3196509" cy="3288744"/>
          </a:xfrm>
          <a:custGeom>
            <a:avLst/>
            <a:gdLst>
              <a:gd name="connsiteX0" fmla="*/ 12513 w 2068423"/>
              <a:gd name="connsiteY0" fmla="*/ 313838 h 2128107"/>
              <a:gd name="connsiteX1" fmla="*/ 306177 w 2068423"/>
              <a:gd name="connsiteY1" fmla="*/ 14455 h 2128107"/>
              <a:gd name="connsiteX2" fmla="*/ 990443 w 2068423"/>
              <a:gd name="connsiteY2" fmla="*/ 228300 h 2128107"/>
              <a:gd name="connsiteX3" fmla="*/ 1049366 w 2068423"/>
              <a:gd name="connsiteY3" fmla="*/ 228300 h 2128107"/>
              <a:gd name="connsiteX4" fmla="*/ 1764044 w 2068423"/>
              <a:gd name="connsiteY4" fmla="*/ 10653 h 2128107"/>
              <a:gd name="connsiteX5" fmla="*/ 2055807 w 2068423"/>
              <a:gd name="connsiteY5" fmla="*/ 310987 h 2128107"/>
              <a:gd name="connsiteX6" fmla="*/ 1811562 w 2068423"/>
              <a:gd name="connsiteY6" fmla="*/ 1038062 h 2128107"/>
              <a:gd name="connsiteX7" fmla="*/ 1811562 w 2068423"/>
              <a:gd name="connsiteY7" fmla="*/ 1101741 h 2128107"/>
              <a:gd name="connsiteX8" fmla="*/ 2052006 w 2068423"/>
              <a:gd name="connsiteY8" fmla="*/ 1817411 h 2128107"/>
              <a:gd name="connsiteX9" fmla="*/ 1755490 w 2068423"/>
              <a:gd name="connsiteY9" fmla="*/ 2115844 h 2128107"/>
              <a:gd name="connsiteX10" fmla="*/ 1051267 w 2068423"/>
              <a:gd name="connsiteY10" fmla="*/ 1884891 h 2128107"/>
              <a:gd name="connsiteX11" fmla="*/ 987592 w 2068423"/>
              <a:gd name="connsiteY11" fmla="*/ 1884891 h 2128107"/>
              <a:gd name="connsiteX12" fmla="*/ 313780 w 2068423"/>
              <a:gd name="connsiteY12" fmla="*/ 2111092 h 2128107"/>
              <a:gd name="connsiteX13" fmla="*/ 15364 w 2068423"/>
              <a:gd name="connsiteY13" fmla="*/ 1812658 h 2128107"/>
              <a:gd name="connsiteX14" fmla="*/ 254857 w 2068423"/>
              <a:gd name="connsiteY14" fmla="*/ 1101741 h 2128107"/>
              <a:gd name="connsiteX15" fmla="*/ 254857 w 2068423"/>
              <a:gd name="connsiteY15" fmla="*/ 1038062 h 2128107"/>
              <a:gd name="connsiteX16" fmla="*/ 11563 w 2068423"/>
              <a:gd name="connsiteY16" fmla="*/ 314789 h 2128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68423" h="2128107">
                <a:moveTo>
                  <a:pt x="12513" y="313838"/>
                </a:moveTo>
                <a:cubicBezTo>
                  <a:pt x="-48310" y="131357"/>
                  <a:pt x="122756" y="-43521"/>
                  <a:pt x="306177" y="14455"/>
                </a:cubicBezTo>
                <a:lnTo>
                  <a:pt x="990443" y="228300"/>
                </a:lnTo>
                <a:cubicBezTo>
                  <a:pt x="1009451" y="234003"/>
                  <a:pt x="1030359" y="234003"/>
                  <a:pt x="1049366" y="228300"/>
                </a:cubicBezTo>
                <a:lnTo>
                  <a:pt x="1764044" y="10653"/>
                </a:lnTo>
                <a:cubicBezTo>
                  <a:pt x="1947465" y="-45422"/>
                  <a:pt x="2116631" y="129456"/>
                  <a:pt x="2055807" y="310987"/>
                </a:cubicBezTo>
                <a:lnTo>
                  <a:pt x="1811562" y="1038062"/>
                </a:lnTo>
                <a:cubicBezTo>
                  <a:pt x="1804910" y="1058972"/>
                  <a:pt x="1804910" y="1080831"/>
                  <a:pt x="1811562" y="1101741"/>
                </a:cubicBezTo>
                <a:lnTo>
                  <a:pt x="2052006" y="1817411"/>
                </a:lnTo>
                <a:cubicBezTo>
                  <a:pt x="2113780" y="2000843"/>
                  <a:pt x="1939862" y="2176671"/>
                  <a:pt x="1755490" y="2115844"/>
                </a:cubicBezTo>
                <a:lnTo>
                  <a:pt x="1051267" y="1884891"/>
                </a:lnTo>
                <a:cubicBezTo>
                  <a:pt x="1030359" y="1878238"/>
                  <a:pt x="1008500" y="1878238"/>
                  <a:pt x="987592" y="1884891"/>
                </a:cubicBezTo>
                <a:lnTo>
                  <a:pt x="313780" y="2111092"/>
                </a:lnTo>
                <a:cubicBezTo>
                  <a:pt x="129409" y="2172870"/>
                  <a:pt x="-46410" y="1997041"/>
                  <a:pt x="15364" y="1812658"/>
                </a:cubicBezTo>
                <a:lnTo>
                  <a:pt x="254857" y="1101741"/>
                </a:lnTo>
                <a:cubicBezTo>
                  <a:pt x="261510" y="1080831"/>
                  <a:pt x="261510" y="1058972"/>
                  <a:pt x="254857" y="1038062"/>
                </a:cubicBezTo>
                <a:lnTo>
                  <a:pt x="11563" y="314789"/>
                </a:lnTo>
                <a:close/>
              </a:path>
            </a:pathLst>
          </a:custGeom>
          <a:solidFill>
            <a:schemeClr val="accent1"/>
          </a:solidFill>
          <a:ln w="9493" cap="flat">
            <a:noFill/>
            <a:prstDash val="solid"/>
            <a:miter/>
          </a:ln>
        </p:spPr>
        <p:txBody>
          <a:bodyPr rtlCol="0" anchor="ctr"/>
          <a:lstStyle/>
          <a:p>
            <a:endParaRPr lang="en-BG" b="0" i="0" dirty="0">
              <a:latin typeface="Overused Grotesk" pitchFamily="2" charset="0"/>
            </a:endParaRPr>
          </a:p>
        </p:txBody>
      </p:sp>
      <p:sp>
        <p:nvSpPr>
          <p:cNvPr id="8" name="Oval 7">
            <a:extLst>
              <a:ext uri="{FF2B5EF4-FFF2-40B4-BE49-F238E27FC236}">
                <a16:creationId xmlns:a16="http://schemas.microsoft.com/office/drawing/2014/main" id="{0D224EB7-CB0A-3776-5DF1-4A657AF8A4DC}"/>
              </a:ext>
            </a:extLst>
          </p:cNvPr>
          <p:cNvSpPr/>
          <p:nvPr userDrawn="1"/>
        </p:nvSpPr>
        <p:spPr>
          <a:xfrm>
            <a:off x="8576468" y="3288295"/>
            <a:ext cx="3268180" cy="326818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Tree>
    <p:extLst>
      <p:ext uri="{BB962C8B-B14F-4D97-AF65-F5344CB8AC3E}">
        <p14:creationId xmlns:p14="http://schemas.microsoft.com/office/powerpoint/2010/main" val="15496234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lide with Shap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EF9C86-83FB-755F-0637-1E70A311E59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rot="5400000" flipV="1">
            <a:off x="3999707" y="-3999707"/>
            <a:ext cx="10288588" cy="18288003"/>
          </a:xfrm>
          <a:prstGeom prst="rect">
            <a:avLst/>
          </a:prstGeom>
        </p:spPr>
      </p:pic>
      <p:sp>
        <p:nvSpPr>
          <p:cNvPr id="5" name="Rectangle 4">
            <a:extLst>
              <a:ext uri="{FF2B5EF4-FFF2-40B4-BE49-F238E27FC236}">
                <a16:creationId xmlns:a16="http://schemas.microsoft.com/office/drawing/2014/main" id="{A3D97DE7-37A5-DD53-847C-BF70F15F73DA}"/>
              </a:ext>
            </a:extLst>
          </p:cNvPr>
          <p:cNvSpPr/>
          <p:nvPr userDrawn="1"/>
        </p:nvSpPr>
        <p:spPr>
          <a:xfrm>
            <a:off x="13583" y="0"/>
            <a:ext cx="18288000" cy="10288588"/>
          </a:xfrm>
          <a:prstGeom prst="rect">
            <a:avLst/>
          </a:prstGeom>
          <a:solidFill>
            <a:schemeClr val="accent1">
              <a:alpha val="3980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6" name="Oval 5">
            <a:extLst>
              <a:ext uri="{FF2B5EF4-FFF2-40B4-BE49-F238E27FC236}">
                <a16:creationId xmlns:a16="http://schemas.microsoft.com/office/drawing/2014/main" id="{7A7529AD-8050-5017-1000-A202CE82AB46}"/>
              </a:ext>
            </a:extLst>
          </p:cNvPr>
          <p:cNvSpPr/>
          <p:nvPr userDrawn="1"/>
        </p:nvSpPr>
        <p:spPr>
          <a:xfrm>
            <a:off x="1145365" y="2967406"/>
            <a:ext cx="4848447" cy="484844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7" name="Rounded Rectangle 6">
            <a:extLst>
              <a:ext uri="{FF2B5EF4-FFF2-40B4-BE49-F238E27FC236}">
                <a16:creationId xmlns:a16="http://schemas.microsoft.com/office/drawing/2014/main" id="{1A7A7D9F-5697-C2AB-A507-FA29D9EB094C}"/>
              </a:ext>
            </a:extLst>
          </p:cNvPr>
          <p:cNvSpPr/>
          <p:nvPr userDrawn="1"/>
        </p:nvSpPr>
        <p:spPr>
          <a:xfrm>
            <a:off x="6786523" y="3009937"/>
            <a:ext cx="4742121" cy="474212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sp>
        <p:nvSpPr>
          <p:cNvPr id="8" name="Freeform 7">
            <a:extLst>
              <a:ext uri="{FF2B5EF4-FFF2-40B4-BE49-F238E27FC236}">
                <a16:creationId xmlns:a16="http://schemas.microsoft.com/office/drawing/2014/main" id="{4D92F2E3-A6E4-85C7-B516-4F2E13DFF511}"/>
              </a:ext>
            </a:extLst>
          </p:cNvPr>
          <p:cNvSpPr/>
          <p:nvPr userDrawn="1"/>
        </p:nvSpPr>
        <p:spPr>
          <a:xfrm>
            <a:off x="12400514" y="2958999"/>
            <a:ext cx="4742121" cy="4878954"/>
          </a:xfrm>
          <a:custGeom>
            <a:avLst/>
            <a:gdLst>
              <a:gd name="connsiteX0" fmla="*/ 12513 w 2068423"/>
              <a:gd name="connsiteY0" fmla="*/ 313838 h 2128107"/>
              <a:gd name="connsiteX1" fmla="*/ 306177 w 2068423"/>
              <a:gd name="connsiteY1" fmla="*/ 14455 h 2128107"/>
              <a:gd name="connsiteX2" fmla="*/ 990443 w 2068423"/>
              <a:gd name="connsiteY2" fmla="*/ 228300 h 2128107"/>
              <a:gd name="connsiteX3" fmla="*/ 1049366 w 2068423"/>
              <a:gd name="connsiteY3" fmla="*/ 228300 h 2128107"/>
              <a:gd name="connsiteX4" fmla="*/ 1764044 w 2068423"/>
              <a:gd name="connsiteY4" fmla="*/ 10653 h 2128107"/>
              <a:gd name="connsiteX5" fmla="*/ 2055807 w 2068423"/>
              <a:gd name="connsiteY5" fmla="*/ 310987 h 2128107"/>
              <a:gd name="connsiteX6" fmla="*/ 1811562 w 2068423"/>
              <a:gd name="connsiteY6" fmla="*/ 1038062 h 2128107"/>
              <a:gd name="connsiteX7" fmla="*/ 1811562 w 2068423"/>
              <a:gd name="connsiteY7" fmla="*/ 1101741 h 2128107"/>
              <a:gd name="connsiteX8" fmla="*/ 2052006 w 2068423"/>
              <a:gd name="connsiteY8" fmla="*/ 1817411 h 2128107"/>
              <a:gd name="connsiteX9" fmla="*/ 1755490 w 2068423"/>
              <a:gd name="connsiteY9" fmla="*/ 2115844 h 2128107"/>
              <a:gd name="connsiteX10" fmla="*/ 1051267 w 2068423"/>
              <a:gd name="connsiteY10" fmla="*/ 1884891 h 2128107"/>
              <a:gd name="connsiteX11" fmla="*/ 987592 w 2068423"/>
              <a:gd name="connsiteY11" fmla="*/ 1884891 h 2128107"/>
              <a:gd name="connsiteX12" fmla="*/ 313780 w 2068423"/>
              <a:gd name="connsiteY12" fmla="*/ 2111092 h 2128107"/>
              <a:gd name="connsiteX13" fmla="*/ 15364 w 2068423"/>
              <a:gd name="connsiteY13" fmla="*/ 1812658 h 2128107"/>
              <a:gd name="connsiteX14" fmla="*/ 254857 w 2068423"/>
              <a:gd name="connsiteY14" fmla="*/ 1101741 h 2128107"/>
              <a:gd name="connsiteX15" fmla="*/ 254857 w 2068423"/>
              <a:gd name="connsiteY15" fmla="*/ 1038062 h 2128107"/>
              <a:gd name="connsiteX16" fmla="*/ 11563 w 2068423"/>
              <a:gd name="connsiteY16" fmla="*/ 314789 h 2128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68423" h="2128107">
                <a:moveTo>
                  <a:pt x="12513" y="313838"/>
                </a:moveTo>
                <a:cubicBezTo>
                  <a:pt x="-48310" y="131357"/>
                  <a:pt x="122756" y="-43521"/>
                  <a:pt x="306177" y="14455"/>
                </a:cubicBezTo>
                <a:lnTo>
                  <a:pt x="990443" y="228300"/>
                </a:lnTo>
                <a:cubicBezTo>
                  <a:pt x="1009451" y="234003"/>
                  <a:pt x="1030359" y="234003"/>
                  <a:pt x="1049366" y="228300"/>
                </a:cubicBezTo>
                <a:lnTo>
                  <a:pt x="1764044" y="10653"/>
                </a:lnTo>
                <a:cubicBezTo>
                  <a:pt x="1947465" y="-45422"/>
                  <a:pt x="2116631" y="129456"/>
                  <a:pt x="2055807" y="310987"/>
                </a:cubicBezTo>
                <a:lnTo>
                  <a:pt x="1811562" y="1038062"/>
                </a:lnTo>
                <a:cubicBezTo>
                  <a:pt x="1804910" y="1058972"/>
                  <a:pt x="1804910" y="1080831"/>
                  <a:pt x="1811562" y="1101741"/>
                </a:cubicBezTo>
                <a:lnTo>
                  <a:pt x="2052006" y="1817411"/>
                </a:lnTo>
                <a:cubicBezTo>
                  <a:pt x="2113780" y="2000843"/>
                  <a:pt x="1939862" y="2176671"/>
                  <a:pt x="1755490" y="2115844"/>
                </a:cubicBezTo>
                <a:lnTo>
                  <a:pt x="1051267" y="1884891"/>
                </a:lnTo>
                <a:cubicBezTo>
                  <a:pt x="1030359" y="1878238"/>
                  <a:pt x="1008500" y="1878238"/>
                  <a:pt x="987592" y="1884891"/>
                </a:cubicBezTo>
                <a:lnTo>
                  <a:pt x="313780" y="2111092"/>
                </a:lnTo>
                <a:cubicBezTo>
                  <a:pt x="129409" y="2172870"/>
                  <a:pt x="-46410" y="1997041"/>
                  <a:pt x="15364" y="1812658"/>
                </a:cubicBezTo>
                <a:lnTo>
                  <a:pt x="254857" y="1101741"/>
                </a:lnTo>
                <a:cubicBezTo>
                  <a:pt x="261510" y="1080831"/>
                  <a:pt x="261510" y="1058972"/>
                  <a:pt x="254857" y="1038062"/>
                </a:cubicBezTo>
                <a:lnTo>
                  <a:pt x="11563" y="314789"/>
                </a:lnTo>
                <a:close/>
              </a:path>
            </a:pathLst>
          </a:custGeom>
          <a:solidFill>
            <a:schemeClr val="bg1"/>
          </a:solidFill>
          <a:ln w="9493" cap="flat">
            <a:noFill/>
            <a:prstDash val="solid"/>
            <a:miter/>
          </a:ln>
        </p:spPr>
        <p:txBody>
          <a:bodyPr rtlCol="0" anchor="ctr"/>
          <a:lstStyle/>
          <a:p>
            <a:endParaRPr lang="en-BG" b="0" i="0" dirty="0">
              <a:latin typeface="Overused Grotesk" pitchFamily="2" charset="0"/>
            </a:endParaRPr>
          </a:p>
        </p:txBody>
      </p:sp>
      <p:sp>
        <p:nvSpPr>
          <p:cNvPr id="9" name="TextBox 8">
            <a:extLst>
              <a:ext uri="{FF2B5EF4-FFF2-40B4-BE49-F238E27FC236}">
                <a16:creationId xmlns:a16="http://schemas.microsoft.com/office/drawing/2014/main" id="{548ACF2F-D7C4-DEC5-0359-844A6BB4029D}"/>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endParaRPr lang="en-BG" sz="1000" b="0" i="0" dirty="0">
              <a:solidFill>
                <a:schemeClr val="bg1"/>
              </a:solidFill>
              <a:latin typeface="Overused Grotesk" pitchFamily="2" charset="0"/>
            </a:endParaRPr>
          </a:p>
        </p:txBody>
      </p:sp>
      <p:pic>
        <p:nvPicPr>
          <p:cNvPr id="10" name="Picture 9">
            <a:extLst>
              <a:ext uri="{FF2B5EF4-FFF2-40B4-BE49-F238E27FC236}">
                <a16:creationId xmlns:a16="http://schemas.microsoft.com/office/drawing/2014/main" id="{7716839A-D400-015F-ED72-A3DC62E2426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7202149" y="573434"/>
            <a:ext cx="514351" cy="588616"/>
          </a:xfrm>
          <a:prstGeom prst="rect">
            <a:avLst/>
          </a:prstGeom>
        </p:spPr>
      </p:pic>
      <p:sp>
        <p:nvSpPr>
          <p:cNvPr id="11" name="Slide Number Placeholder 0">
            <a:extLst>
              <a:ext uri="{FF2B5EF4-FFF2-40B4-BE49-F238E27FC236}">
                <a16:creationId xmlns:a16="http://schemas.microsoft.com/office/drawing/2014/main" id="{42406DCF-C4E5-7E63-A89B-73A285790B37}"/>
              </a:ext>
            </a:extLst>
          </p:cNvPr>
          <p:cNvSpPr txBox="1"/>
          <p:nvPr userDrawn="1"/>
        </p:nvSpPr>
        <p:spPr>
          <a:xfrm>
            <a:off x="16931735" y="9786597"/>
            <a:ext cx="1146201" cy="300000"/>
          </a:xfrm>
          <a:prstGeom prst="rect">
            <a:avLst/>
          </a:prstGeom>
          <a:extLst>
            <a:ext uri="{C572A759-6A51-4108-AA02-DFA0A04FC94B}">
              <ma14:wrappingTextBoxFlag xmlns="" xmlns:ma14="http://schemas.microsoft.com/office/mac/drawingml/2011/main" val="0"/>
            </a:ext>
          </a:extLst>
        </p:spPr>
        <p:txBody>
          <a:bodyPr/>
          <a:lstStyle>
            <a:lvl1pPr marL="0" algn="r" defTabSz="914400" rtl="0" eaLnBrk="1" latinLnBrk="0" hangingPunct="1">
              <a:defRPr sz="1400" b="0" i="0" kern="1200">
                <a:solidFill>
                  <a:schemeClr val="bg1"/>
                </a:solidFill>
                <a:latin typeface="Bahnschrift" panose="020B0502040204020203" pitchFamily="34" charset="0"/>
                <a:ea typeface="Bahnschrift" panose="020B0502040204020203" pitchFamily="34" charset="0"/>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z="1200" b="0" i="0" smtClean="0">
                <a:solidFill>
                  <a:schemeClr val="bg1"/>
                </a:solidFill>
                <a:latin typeface="Overused Grotesk" pitchFamily="2" charset="0"/>
              </a:rPr>
              <a:pPr/>
              <a:t>‹#›</a:t>
            </a:fld>
            <a:endParaRPr lang="en-US" sz="1200" b="0" i="0" dirty="0">
              <a:solidFill>
                <a:schemeClr val="bg1"/>
              </a:solidFill>
              <a:latin typeface="Overused Grotesk" pitchFamily="2" charset="0"/>
            </a:endParaRPr>
          </a:p>
        </p:txBody>
      </p:sp>
    </p:spTree>
    <p:extLst>
      <p:ext uri="{BB962C8B-B14F-4D97-AF65-F5344CB8AC3E}">
        <p14:creationId xmlns:p14="http://schemas.microsoft.com/office/powerpoint/2010/main" val="23108571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ortfolio Slide">
    <p:spTree>
      <p:nvGrpSpPr>
        <p:cNvPr id="1" name=""/>
        <p:cNvGrpSpPr/>
        <p:nvPr/>
      </p:nvGrpSpPr>
      <p:grpSpPr>
        <a:xfrm>
          <a:off x="0" y="0"/>
          <a:ext cx="0" cy="0"/>
          <a:chOff x="0" y="0"/>
          <a:chExt cx="0" cy="0"/>
        </a:xfrm>
      </p:grpSpPr>
      <p:pic>
        <p:nvPicPr>
          <p:cNvPr id="17" name="Picture 16" descr="A close up of a white object&#10;&#10;AI-generated content may be incorrect.">
            <a:extLst>
              <a:ext uri="{FF2B5EF4-FFF2-40B4-BE49-F238E27FC236}">
                <a16:creationId xmlns:a16="http://schemas.microsoft.com/office/drawing/2014/main" id="{F51C7B98-E2C9-4836-5898-812344F15E12}"/>
              </a:ext>
            </a:extLst>
          </p:cNvPr>
          <p:cNvPicPr>
            <a:picLocks noChangeAspect="1"/>
          </p:cNvPicPr>
          <p:nvPr userDrawn="1"/>
        </p:nvPicPr>
        <p:blipFill>
          <a:blip r:embed="rId2" cstate="email">
            <a:alphaModFix amt="82000"/>
            <a:extLst>
              <a:ext uri="{28A0092B-C50C-407E-A947-70E740481C1C}">
                <a14:useLocalDpi xmlns:a14="http://schemas.microsoft.com/office/drawing/2010/main"/>
              </a:ext>
            </a:extLst>
          </a:blip>
          <a:srcRect/>
          <a:stretch/>
        </p:blipFill>
        <p:spPr>
          <a:xfrm>
            <a:off x="0" y="-61784"/>
            <a:ext cx="18288000" cy="10392031"/>
          </a:xfrm>
          <a:prstGeom prst="rect">
            <a:avLst/>
          </a:prstGeom>
          <a:effectLst/>
        </p:spPr>
      </p:pic>
      <p:sp>
        <p:nvSpPr>
          <p:cNvPr id="18" name="Text Placeholder 27">
            <a:extLst>
              <a:ext uri="{FF2B5EF4-FFF2-40B4-BE49-F238E27FC236}">
                <a16:creationId xmlns:a16="http://schemas.microsoft.com/office/drawing/2014/main" id="{E30B0DEC-F097-D798-7B35-6F73656E1716}"/>
              </a:ext>
            </a:extLst>
          </p:cNvPr>
          <p:cNvSpPr>
            <a:spLocks noGrp="1"/>
          </p:cNvSpPr>
          <p:nvPr>
            <p:ph type="body" sz="quarter" idx="19"/>
          </p:nvPr>
        </p:nvSpPr>
        <p:spPr>
          <a:xfrm>
            <a:off x="9193849" y="3238609"/>
            <a:ext cx="6916288" cy="1109872"/>
          </a:xfrm>
        </p:spPr>
        <p:txBody>
          <a:bodyPr/>
          <a:lstStyle>
            <a:lvl1pPr>
              <a:defRPr sz="1600" b="0" i="0">
                <a:latin typeface="Overused Grotesk" pitchFamily="2" charset="0"/>
                <a:cs typeface="Overused Grotesk" pitchFamily="2" charset="0"/>
              </a:defRPr>
            </a:lvl1pPr>
            <a:lvl2pPr>
              <a:defRPr sz="1800"/>
            </a:lvl2pPr>
            <a:lvl3pPr>
              <a:defRPr sz="1800"/>
            </a:lvl3pPr>
            <a:lvl4pPr>
              <a:defRPr sz="1800"/>
            </a:lvl4pPr>
            <a:lvl5pPr>
              <a:defRPr sz="1800"/>
            </a:lvl5pPr>
          </a:lstStyle>
          <a:p>
            <a:pPr lvl="0"/>
            <a:r>
              <a:rPr lang="en-GB" dirty="0"/>
              <a:t>Click to edit Master text styles</a:t>
            </a:r>
          </a:p>
        </p:txBody>
      </p:sp>
      <p:sp>
        <p:nvSpPr>
          <p:cNvPr id="19" name="Text Placeholder 27">
            <a:extLst>
              <a:ext uri="{FF2B5EF4-FFF2-40B4-BE49-F238E27FC236}">
                <a16:creationId xmlns:a16="http://schemas.microsoft.com/office/drawing/2014/main" id="{2D4C0BA3-BE1C-F9DD-484B-5BEE00E759FA}"/>
              </a:ext>
            </a:extLst>
          </p:cNvPr>
          <p:cNvSpPr>
            <a:spLocks noGrp="1"/>
          </p:cNvSpPr>
          <p:nvPr>
            <p:ph type="body" sz="quarter" idx="15"/>
          </p:nvPr>
        </p:nvSpPr>
        <p:spPr>
          <a:xfrm>
            <a:off x="9193849" y="2773541"/>
            <a:ext cx="6916288" cy="398671"/>
          </a:xfrm>
        </p:spPr>
        <p:txBody>
          <a:bodyPr/>
          <a:lstStyle>
            <a:lvl1pPr>
              <a:defRPr sz="2400" b="0" i="0">
                <a:latin typeface="All Round Gothic Medium" panose="020B0603020202020104" pitchFamily="34" charset="77"/>
              </a:defRPr>
            </a:lvl1pPr>
            <a:lvl2pPr>
              <a:defRPr sz="2400" b="0" i="0">
                <a:latin typeface="All Round Gothic Medium" panose="020B0603020202020104" pitchFamily="34" charset="77"/>
              </a:defRPr>
            </a:lvl2pPr>
            <a:lvl3pPr>
              <a:defRPr sz="2400" b="1" i="0">
                <a:latin typeface="Bahnschrift" panose="020B0502040204020203" pitchFamily="34" charset="0"/>
              </a:defRPr>
            </a:lvl3pPr>
            <a:lvl4pPr>
              <a:defRPr sz="2400" b="1" i="0">
                <a:latin typeface="Bahnschrift" panose="020B0502040204020203" pitchFamily="34" charset="0"/>
              </a:defRPr>
            </a:lvl4pPr>
            <a:lvl5pPr>
              <a:defRPr sz="2400" b="1" i="0">
                <a:latin typeface="Bahnschrift" panose="020B0502040204020203" pitchFamily="34" charset="0"/>
              </a:defRPr>
            </a:lvl5pPr>
          </a:lstStyle>
          <a:p>
            <a:pPr lvl="0"/>
            <a:r>
              <a:rPr lang="en-GB" dirty="0"/>
              <a:t>Click to edit Master text styles</a:t>
            </a:r>
          </a:p>
          <a:p>
            <a:pPr lvl="1"/>
            <a:endParaRPr lang="en-BG" dirty="0"/>
          </a:p>
        </p:txBody>
      </p:sp>
      <p:sp>
        <p:nvSpPr>
          <p:cNvPr id="20" name="Text Placeholder 27">
            <a:extLst>
              <a:ext uri="{FF2B5EF4-FFF2-40B4-BE49-F238E27FC236}">
                <a16:creationId xmlns:a16="http://schemas.microsoft.com/office/drawing/2014/main" id="{A15E4531-FADB-8C3B-749B-E9192C35CD86}"/>
              </a:ext>
            </a:extLst>
          </p:cNvPr>
          <p:cNvSpPr>
            <a:spLocks noGrp="1"/>
          </p:cNvSpPr>
          <p:nvPr>
            <p:ph type="body" sz="quarter" idx="16"/>
          </p:nvPr>
        </p:nvSpPr>
        <p:spPr>
          <a:xfrm>
            <a:off x="9193849" y="5133035"/>
            <a:ext cx="6916288" cy="1109872"/>
          </a:xfrm>
        </p:spPr>
        <p:txBody>
          <a:bodyPr/>
          <a:lstStyle>
            <a:lvl1pPr>
              <a:defRPr sz="1600" b="0" i="0">
                <a:latin typeface="Overused Grotesk" pitchFamily="2" charset="0"/>
              </a:defRPr>
            </a:lvl1pPr>
            <a:lvl2pPr>
              <a:defRPr sz="1800"/>
            </a:lvl2pPr>
            <a:lvl3pPr>
              <a:defRPr sz="1800"/>
            </a:lvl3pPr>
            <a:lvl4pPr>
              <a:defRPr sz="1800"/>
            </a:lvl4pPr>
            <a:lvl5pPr>
              <a:defRPr sz="1800"/>
            </a:lvl5pPr>
          </a:lstStyle>
          <a:p>
            <a:pPr lvl="0"/>
            <a:r>
              <a:rPr lang="en-GB" dirty="0"/>
              <a:t>Click to edit Master text styles</a:t>
            </a:r>
          </a:p>
        </p:txBody>
      </p:sp>
      <p:sp>
        <p:nvSpPr>
          <p:cNvPr id="21" name="Text Placeholder 27">
            <a:extLst>
              <a:ext uri="{FF2B5EF4-FFF2-40B4-BE49-F238E27FC236}">
                <a16:creationId xmlns:a16="http://schemas.microsoft.com/office/drawing/2014/main" id="{D495C9CE-33B0-ECFA-46CA-0A26677D2F72}"/>
              </a:ext>
            </a:extLst>
          </p:cNvPr>
          <p:cNvSpPr>
            <a:spLocks noGrp="1"/>
          </p:cNvSpPr>
          <p:nvPr>
            <p:ph type="body" sz="quarter" idx="17"/>
          </p:nvPr>
        </p:nvSpPr>
        <p:spPr>
          <a:xfrm>
            <a:off x="9193849" y="4667967"/>
            <a:ext cx="6916288" cy="398671"/>
          </a:xfrm>
        </p:spPr>
        <p:txBody>
          <a:bodyPr/>
          <a:lstStyle>
            <a:lvl1pPr>
              <a:defRPr sz="2400" b="0" i="0">
                <a:latin typeface="All Round Gothic Medium" panose="020B0603020202020104" pitchFamily="34" charset="77"/>
              </a:defRPr>
            </a:lvl1pPr>
            <a:lvl2pPr>
              <a:defRPr sz="2400" b="0" i="0">
                <a:latin typeface="All Round Gothic Medium" panose="020B0603020202020104" pitchFamily="34" charset="77"/>
              </a:defRPr>
            </a:lvl2pPr>
            <a:lvl3pPr>
              <a:defRPr sz="2400" b="1" i="0">
                <a:latin typeface="Bahnschrift" panose="020B0502040204020203" pitchFamily="34" charset="0"/>
              </a:defRPr>
            </a:lvl3pPr>
            <a:lvl4pPr>
              <a:defRPr sz="2400" b="1" i="0">
                <a:latin typeface="Bahnschrift" panose="020B0502040204020203" pitchFamily="34" charset="0"/>
              </a:defRPr>
            </a:lvl4pPr>
            <a:lvl5pPr>
              <a:defRPr sz="2400" b="1" i="0">
                <a:latin typeface="Bahnschrift" panose="020B0502040204020203" pitchFamily="34" charset="0"/>
              </a:defRPr>
            </a:lvl5pPr>
          </a:lstStyle>
          <a:p>
            <a:pPr lvl="0"/>
            <a:r>
              <a:rPr lang="en-GB" dirty="0"/>
              <a:t>Click to edit Master text styles</a:t>
            </a:r>
          </a:p>
          <a:p>
            <a:pPr lvl="1"/>
            <a:endParaRPr lang="en-BG" dirty="0"/>
          </a:p>
        </p:txBody>
      </p:sp>
      <p:sp>
        <p:nvSpPr>
          <p:cNvPr id="22" name="Text Placeholder 27">
            <a:extLst>
              <a:ext uri="{FF2B5EF4-FFF2-40B4-BE49-F238E27FC236}">
                <a16:creationId xmlns:a16="http://schemas.microsoft.com/office/drawing/2014/main" id="{98E11E99-F00C-72BE-F6F7-5E04BB140CD4}"/>
              </a:ext>
            </a:extLst>
          </p:cNvPr>
          <p:cNvSpPr>
            <a:spLocks noGrp="1"/>
          </p:cNvSpPr>
          <p:nvPr>
            <p:ph type="body" sz="quarter" idx="20"/>
          </p:nvPr>
        </p:nvSpPr>
        <p:spPr>
          <a:xfrm>
            <a:off x="9193849" y="7006463"/>
            <a:ext cx="6916288" cy="1109872"/>
          </a:xfrm>
        </p:spPr>
        <p:txBody>
          <a:bodyPr/>
          <a:lstStyle>
            <a:lvl1pPr>
              <a:defRPr sz="1600" b="0" i="0">
                <a:latin typeface="Overused Grotesk" pitchFamily="2" charset="0"/>
              </a:defRPr>
            </a:lvl1pPr>
            <a:lvl2pPr>
              <a:defRPr sz="1800"/>
            </a:lvl2pPr>
            <a:lvl3pPr>
              <a:defRPr sz="1800"/>
            </a:lvl3pPr>
            <a:lvl4pPr>
              <a:defRPr sz="1800"/>
            </a:lvl4pPr>
            <a:lvl5pPr>
              <a:defRPr sz="1800"/>
            </a:lvl5pPr>
          </a:lstStyle>
          <a:p>
            <a:pPr lvl="0"/>
            <a:r>
              <a:rPr lang="en-GB" dirty="0"/>
              <a:t>Click to edit Master text styles</a:t>
            </a:r>
          </a:p>
        </p:txBody>
      </p:sp>
      <p:sp>
        <p:nvSpPr>
          <p:cNvPr id="23" name="Text Placeholder 27">
            <a:extLst>
              <a:ext uri="{FF2B5EF4-FFF2-40B4-BE49-F238E27FC236}">
                <a16:creationId xmlns:a16="http://schemas.microsoft.com/office/drawing/2014/main" id="{4ED7D3F7-C9E6-84DC-FB5B-C2ED5E3DAE28}"/>
              </a:ext>
            </a:extLst>
          </p:cNvPr>
          <p:cNvSpPr>
            <a:spLocks noGrp="1"/>
          </p:cNvSpPr>
          <p:nvPr>
            <p:ph type="body" sz="quarter" idx="21"/>
          </p:nvPr>
        </p:nvSpPr>
        <p:spPr>
          <a:xfrm>
            <a:off x="9193849" y="6541395"/>
            <a:ext cx="6916288" cy="398671"/>
          </a:xfrm>
        </p:spPr>
        <p:txBody>
          <a:bodyPr/>
          <a:lstStyle>
            <a:lvl1pPr>
              <a:defRPr sz="2400" b="0" i="0">
                <a:latin typeface="All Round Gothic Medium" panose="020B0603020202020104" pitchFamily="34" charset="77"/>
              </a:defRPr>
            </a:lvl1pPr>
            <a:lvl2pPr>
              <a:defRPr sz="2400" b="0" i="0">
                <a:latin typeface="All Round Gothic Medium" panose="020B0603020202020104" pitchFamily="34" charset="77"/>
              </a:defRPr>
            </a:lvl2pPr>
            <a:lvl3pPr>
              <a:defRPr sz="2400" b="1" i="0">
                <a:latin typeface="Bahnschrift" panose="020B0502040204020203" pitchFamily="34" charset="0"/>
              </a:defRPr>
            </a:lvl3pPr>
            <a:lvl4pPr>
              <a:defRPr sz="2400" b="1" i="0">
                <a:latin typeface="Bahnschrift" panose="020B0502040204020203" pitchFamily="34" charset="0"/>
              </a:defRPr>
            </a:lvl4pPr>
            <a:lvl5pPr>
              <a:defRPr sz="2400" b="1" i="0">
                <a:latin typeface="Bahnschrift" panose="020B0502040204020203" pitchFamily="34" charset="0"/>
              </a:defRPr>
            </a:lvl5pPr>
          </a:lstStyle>
          <a:p>
            <a:pPr lvl="0"/>
            <a:r>
              <a:rPr lang="en-GB" dirty="0"/>
              <a:t>Click to edit Master text styles</a:t>
            </a:r>
          </a:p>
          <a:p>
            <a:pPr lvl="1"/>
            <a:endParaRPr lang="en-BG" dirty="0"/>
          </a:p>
        </p:txBody>
      </p:sp>
      <p:pic>
        <p:nvPicPr>
          <p:cNvPr id="16" name="Frame 2147223435" descr="preencoded.png">
            <a:extLst>
              <a:ext uri="{FF2B5EF4-FFF2-40B4-BE49-F238E27FC236}">
                <a16:creationId xmlns:a16="http://schemas.microsoft.com/office/drawing/2014/main" id="{2F3C462D-CAE2-71A8-2D49-D811800104A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71500" y="583053"/>
            <a:ext cx="428625" cy="228600"/>
          </a:xfrm>
          <a:prstGeom prst="rect">
            <a:avLst/>
          </a:prstGeom>
        </p:spPr>
      </p:pic>
      <p:sp>
        <p:nvSpPr>
          <p:cNvPr id="25" name="Title 24">
            <a:extLst>
              <a:ext uri="{FF2B5EF4-FFF2-40B4-BE49-F238E27FC236}">
                <a16:creationId xmlns:a16="http://schemas.microsoft.com/office/drawing/2014/main" id="{A977E86A-2FAF-695F-900B-369EB6015E98}"/>
              </a:ext>
            </a:extLst>
          </p:cNvPr>
          <p:cNvSpPr>
            <a:spLocks noGrp="1"/>
          </p:cNvSpPr>
          <p:nvPr>
            <p:ph type="title"/>
          </p:nvPr>
        </p:nvSpPr>
        <p:spPr>
          <a:xfrm>
            <a:off x="449579" y="1284971"/>
            <a:ext cx="15660558" cy="667398"/>
          </a:xfrm>
        </p:spPr>
        <p:txBody>
          <a:bodyPr/>
          <a:lstStyle/>
          <a:p>
            <a:r>
              <a:rPr lang="en-GB" dirty="0"/>
              <a:t>Click to edit Master title style</a:t>
            </a:r>
            <a:endParaRPr lang="en-BG" dirty="0"/>
          </a:p>
        </p:txBody>
      </p:sp>
      <p:pic>
        <p:nvPicPr>
          <p:cNvPr id="2" name="Group 1000005109" descr="preencoded.png">
            <a:extLst>
              <a:ext uri="{FF2B5EF4-FFF2-40B4-BE49-F238E27FC236}">
                <a16:creationId xmlns:a16="http://schemas.microsoft.com/office/drawing/2014/main" id="{F52F3B78-5921-4661-DBB4-02E878C70F24}"/>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16811625" y="571500"/>
            <a:ext cx="104775" cy="9144000"/>
          </a:xfrm>
          <a:prstGeom prst="rect">
            <a:avLst/>
          </a:prstGeom>
        </p:spPr>
      </p:pic>
      <p:pic>
        <p:nvPicPr>
          <p:cNvPr id="4" name="Group 1" descr="preencoded.png">
            <a:extLst>
              <a:ext uri="{FF2B5EF4-FFF2-40B4-BE49-F238E27FC236}">
                <a16:creationId xmlns:a16="http://schemas.microsoft.com/office/drawing/2014/main" id="{2FA0DA25-BC14-0280-83C0-511FA91E2C0A}"/>
              </a:ext>
            </a:extLst>
          </p:cNvPr>
          <p:cNvPicPr/>
          <p:nvPr userDrawn="1"/>
        </p:nvPicPr>
        <p:blipFill>
          <a:blip r:embed="rId5" cstate="email">
            <a:extLst>
              <a:ext uri="{28A0092B-C50C-407E-A947-70E740481C1C}">
                <a14:useLocalDpi xmlns:a14="http://schemas.microsoft.com/office/drawing/2010/main"/>
              </a:ext>
            </a:extLst>
          </a:blip>
          <a:srcRect/>
          <a:stretch/>
        </p:blipFill>
        <p:spPr>
          <a:xfrm>
            <a:off x="17202149" y="571500"/>
            <a:ext cx="514351" cy="590550"/>
          </a:xfrm>
          <a:prstGeom prst="rect">
            <a:avLst/>
          </a:prstGeom>
        </p:spPr>
      </p:pic>
      <p:sp>
        <p:nvSpPr>
          <p:cNvPr id="5" name="Text Placeholder 8">
            <a:extLst>
              <a:ext uri="{FF2B5EF4-FFF2-40B4-BE49-F238E27FC236}">
                <a16:creationId xmlns:a16="http://schemas.microsoft.com/office/drawing/2014/main" id="{C9170BD6-FC40-FDAF-B9A7-0AFD37D50B7B}"/>
              </a:ext>
            </a:extLst>
          </p:cNvPr>
          <p:cNvSpPr>
            <a:spLocks noGrp="1"/>
          </p:cNvSpPr>
          <p:nvPr>
            <p:ph type="body" sz="quarter" idx="10" hasCustomPrompt="1"/>
          </p:nvPr>
        </p:nvSpPr>
        <p:spPr>
          <a:xfrm>
            <a:off x="1008110" y="553117"/>
            <a:ext cx="6403027" cy="321385"/>
          </a:xfrm>
        </p:spPr>
        <p:txBody>
          <a:bodyPr anchor="ctr"/>
          <a:lstStyle/>
          <a:p>
            <a:r>
              <a:rPr lang="en-BG" dirty="0"/>
              <a:t>PLACEHOLDER TEXT</a:t>
            </a:r>
          </a:p>
        </p:txBody>
      </p:sp>
    </p:spTree>
    <p:extLst>
      <p:ext uri="{BB962C8B-B14F-4D97-AF65-F5344CB8AC3E}">
        <p14:creationId xmlns:p14="http://schemas.microsoft.com/office/powerpoint/2010/main" val="402638856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asic Slide Dark Backgroun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1C7FDA-7912-94C7-C7E9-5D931F53CF52}"/>
              </a:ext>
            </a:extLst>
          </p:cNvPr>
          <p:cNvSpPr/>
          <p:nvPr userDrawn="1"/>
        </p:nvSpPr>
        <p:spPr>
          <a:xfrm>
            <a:off x="-53644" y="-47596"/>
            <a:ext cx="18341645" cy="10336184"/>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sz="4050" b="0" i="0" dirty="0">
              <a:latin typeface="Overused Grotesk" pitchFamily="2" charset="0"/>
            </a:endParaRPr>
          </a:p>
        </p:txBody>
      </p:sp>
      <p:sp>
        <p:nvSpPr>
          <p:cNvPr id="5" name="TextBox 4">
            <a:extLst>
              <a:ext uri="{FF2B5EF4-FFF2-40B4-BE49-F238E27FC236}">
                <a16:creationId xmlns:a16="http://schemas.microsoft.com/office/drawing/2014/main" id="{5A932E94-22E1-F22F-536E-F14F0CC14F78}"/>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pic>
        <p:nvPicPr>
          <p:cNvPr id="7" name="Picture 6">
            <a:extLst>
              <a:ext uri="{FF2B5EF4-FFF2-40B4-BE49-F238E27FC236}">
                <a16:creationId xmlns:a16="http://schemas.microsoft.com/office/drawing/2014/main" id="{9F2677AA-EDDB-4BB0-9CAA-E386A835907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7202149" y="573434"/>
            <a:ext cx="514351" cy="588616"/>
          </a:xfrm>
          <a:prstGeom prst="rect">
            <a:avLst/>
          </a:prstGeom>
        </p:spPr>
      </p:pic>
      <p:sp>
        <p:nvSpPr>
          <p:cNvPr id="8" name="Slide Number Placeholder 0">
            <a:extLst>
              <a:ext uri="{FF2B5EF4-FFF2-40B4-BE49-F238E27FC236}">
                <a16:creationId xmlns:a16="http://schemas.microsoft.com/office/drawing/2014/main" id="{1E0917D8-64DE-BA57-9E29-B1C3E42D1102}"/>
              </a:ext>
            </a:extLst>
          </p:cNvPr>
          <p:cNvSpPr txBox="1"/>
          <p:nvPr userDrawn="1"/>
        </p:nvSpPr>
        <p:spPr>
          <a:xfrm>
            <a:off x="16931735" y="9786597"/>
            <a:ext cx="1146201" cy="300000"/>
          </a:xfrm>
          <a:prstGeom prst="rect">
            <a:avLst/>
          </a:prstGeom>
          <a:extLst>
            <a:ext uri="{C572A759-6A51-4108-AA02-DFA0A04FC94B}">
              <ma14:wrappingTextBoxFlag xmlns="" xmlns:ma14="http://schemas.microsoft.com/office/mac/drawingml/2011/main" val="0"/>
            </a:ext>
          </a:extLst>
        </p:spPr>
        <p:txBody>
          <a:bodyPr/>
          <a:lstStyle>
            <a:lvl1pPr marL="0" algn="r" defTabSz="914400" rtl="0" eaLnBrk="1" latinLnBrk="0" hangingPunct="1">
              <a:defRPr sz="1400" b="0" i="0" kern="1200">
                <a:solidFill>
                  <a:schemeClr val="bg1"/>
                </a:solidFill>
                <a:latin typeface="Bahnschrift" panose="020B0502040204020203" pitchFamily="34" charset="0"/>
                <a:ea typeface="Bahnschrift" panose="020B0502040204020203" pitchFamily="34" charset="0"/>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z="1200" b="0" i="0" smtClean="0">
                <a:solidFill>
                  <a:schemeClr val="bg1"/>
                </a:solidFill>
                <a:latin typeface="Overused Grotesk" pitchFamily="2" charset="0"/>
              </a:rPr>
              <a:pPr/>
              <a:t>‹#›</a:t>
            </a:fld>
            <a:endParaRPr lang="en-US" sz="1200" b="0" i="0" dirty="0">
              <a:solidFill>
                <a:schemeClr val="bg1"/>
              </a:solidFill>
              <a:latin typeface="Overused Grotesk" pitchFamily="2" charset="0"/>
            </a:endParaRPr>
          </a:p>
        </p:txBody>
      </p:sp>
    </p:spTree>
    <p:extLst>
      <p:ext uri="{BB962C8B-B14F-4D97-AF65-F5344CB8AC3E}">
        <p14:creationId xmlns:p14="http://schemas.microsoft.com/office/powerpoint/2010/main" val="24665660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mployee Story Slide">
    <p:spTree>
      <p:nvGrpSpPr>
        <p:cNvPr id="1" name=""/>
        <p:cNvGrpSpPr/>
        <p:nvPr/>
      </p:nvGrpSpPr>
      <p:grpSpPr>
        <a:xfrm>
          <a:off x="0" y="0"/>
          <a:ext cx="0" cy="0"/>
          <a:chOff x="0" y="0"/>
          <a:chExt cx="0" cy="0"/>
        </a:xfrm>
      </p:grpSpPr>
      <p:graphicFrame>
        <p:nvGraphicFramePr>
          <p:cNvPr id="2" name="Table 6">
            <a:extLst>
              <a:ext uri="{FF2B5EF4-FFF2-40B4-BE49-F238E27FC236}">
                <a16:creationId xmlns:a16="http://schemas.microsoft.com/office/drawing/2014/main" id="{6639D2E0-D974-CF98-4DEB-C149A7AB18F9}"/>
              </a:ext>
            </a:extLst>
          </p:cNvPr>
          <p:cNvGraphicFramePr>
            <a:graphicFrameLocks noGrp="1"/>
          </p:cNvGraphicFramePr>
          <p:nvPr userDrawn="1">
            <p:extLst>
              <p:ext uri="{D42A27DB-BD31-4B8C-83A1-F6EECF244321}">
                <p14:modId xmlns:p14="http://schemas.microsoft.com/office/powerpoint/2010/main" val="1251753885"/>
              </p:ext>
            </p:extLst>
          </p:nvPr>
        </p:nvGraphicFramePr>
        <p:xfrm>
          <a:off x="0" y="1"/>
          <a:ext cx="18216570" cy="10288588"/>
        </p:xfrm>
        <a:graphic>
          <a:graphicData uri="http://schemas.openxmlformats.org/drawingml/2006/table">
            <a:tbl>
              <a:tblPr bandRow="1">
                <a:tableStyleId>{5C22544A-7EE6-4342-B048-85BDC9FD1C3A}</a:tableStyleId>
              </a:tblPr>
              <a:tblGrid>
                <a:gridCol w="3036095">
                  <a:extLst>
                    <a:ext uri="{9D8B030D-6E8A-4147-A177-3AD203B41FA5}">
                      <a16:colId xmlns:a16="http://schemas.microsoft.com/office/drawing/2014/main" val="3627163342"/>
                    </a:ext>
                  </a:extLst>
                </a:gridCol>
                <a:gridCol w="3036095">
                  <a:extLst>
                    <a:ext uri="{9D8B030D-6E8A-4147-A177-3AD203B41FA5}">
                      <a16:colId xmlns:a16="http://schemas.microsoft.com/office/drawing/2014/main" val="2095164788"/>
                    </a:ext>
                  </a:extLst>
                </a:gridCol>
                <a:gridCol w="3036095">
                  <a:extLst>
                    <a:ext uri="{9D8B030D-6E8A-4147-A177-3AD203B41FA5}">
                      <a16:colId xmlns:a16="http://schemas.microsoft.com/office/drawing/2014/main" val="1077943303"/>
                    </a:ext>
                  </a:extLst>
                </a:gridCol>
                <a:gridCol w="3036095">
                  <a:extLst>
                    <a:ext uri="{9D8B030D-6E8A-4147-A177-3AD203B41FA5}">
                      <a16:colId xmlns:a16="http://schemas.microsoft.com/office/drawing/2014/main" val="180809459"/>
                    </a:ext>
                  </a:extLst>
                </a:gridCol>
                <a:gridCol w="3036095">
                  <a:extLst>
                    <a:ext uri="{9D8B030D-6E8A-4147-A177-3AD203B41FA5}">
                      <a16:colId xmlns:a16="http://schemas.microsoft.com/office/drawing/2014/main" val="1473573708"/>
                    </a:ext>
                  </a:extLst>
                </a:gridCol>
                <a:gridCol w="3036095">
                  <a:extLst>
                    <a:ext uri="{9D8B030D-6E8A-4147-A177-3AD203B41FA5}">
                      <a16:colId xmlns:a16="http://schemas.microsoft.com/office/drawing/2014/main" val="358558696"/>
                    </a:ext>
                  </a:extLst>
                </a:gridCol>
              </a:tblGrid>
              <a:tr h="2134228">
                <a:tc>
                  <a:txBody>
                    <a:bodyPr/>
                    <a:lstStyle/>
                    <a:p>
                      <a:endParaRPr lang="en-US" sz="4100" b="0" i="0" dirty="0">
                        <a:solidFill>
                          <a:schemeClr val="bg1"/>
                        </a:solidFill>
                        <a:latin typeface="Overused Grotesk" pitchFamily="2" charset="0"/>
                      </a:endParaRPr>
                    </a:p>
                  </a:txBody>
                  <a:tcPr marL="411480" marR="411480" marT="411544" marB="41154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solidFill>
                  </a:tcPr>
                </a:tc>
                <a:tc gridSpan="2">
                  <a:txBody>
                    <a:bodyPr/>
                    <a:lstStyle/>
                    <a:p>
                      <a:endParaRPr lang="en-US" sz="4100" b="0" i="0" dirty="0">
                        <a:solidFill>
                          <a:schemeClr val="bg1"/>
                        </a:solidFill>
                        <a:latin typeface="Overused Grotesk" pitchFamily="2" charset="0"/>
                      </a:endParaRPr>
                    </a:p>
                  </a:txBody>
                  <a:tcPr marL="411480" marR="411480" marT="411544" marB="411544"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2"/>
                    </a:solidFill>
                  </a:tcPr>
                </a:tc>
                <a:tc hMerge="1">
                  <a:txBody>
                    <a:bodyPr/>
                    <a:lstStyle/>
                    <a:p>
                      <a:endParaRPr lang="en-US"/>
                    </a:p>
                  </a:txBody>
                  <a:tcPr marL="274320" marR="274320" marT="274320" marB="27432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2"/>
                    </a:solidFill>
                  </a:tcPr>
                </a:tc>
                <a:tc gridSpan="3">
                  <a:txBody>
                    <a:bodyPr/>
                    <a:lstStyle/>
                    <a:p>
                      <a:r>
                        <a:rPr lang="en-US" sz="4200" b="0" i="0" dirty="0">
                          <a:solidFill>
                            <a:schemeClr val="bg1"/>
                          </a:solidFill>
                          <a:latin typeface="All Round Gothic Medium" panose="020B0603020202020104" pitchFamily="34" charset="77"/>
                        </a:rPr>
                        <a:t>My Story in One Slide</a:t>
                      </a:r>
                    </a:p>
                  </a:txBody>
                  <a:tcPr marL="411480" marR="411480" marT="411544" marB="411544"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17330281"/>
                  </a:ext>
                </a:extLst>
              </a:tr>
              <a:tr h="271812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0" i="0" dirty="0">
                          <a:solidFill>
                            <a:schemeClr val="bg1"/>
                          </a:solidFill>
                          <a:latin typeface="All Round Gothic Medium" panose="020B0603020202020104" pitchFamily="34" charset="77"/>
                        </a:rPr>
                        <a:t>Career Path and Education</a:t>
                      </a:r>
                    </a:p>
                    <a:p>
                      <a:endParaRPr lang="en-US" sz="3000" b="0" i="0" dirty="0">
                        <a:solidFill>
                          <a:schemeClr val="bg1"/>
                        </a:solidFill>
                        <a:latin typeface="Overused Grotesk" pitchFamily="2" charset="0"/>
                      </a:endParaRPr>
                    </a:p>
                  </a:txBody>
                  <a:tcPr marL="411480" marR="411480" marT="137181" marB="41154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4"/>
                    </a:solidFill>
                  </a:tcPr>
                </a:tc>
                <a:tc hMerge="1">
                  <a:txBody>
                    <a:bodyPr/>
                    <a:lstStyle/>
                    <a:p>
                      <a:endParaRPr lang="en-US" sz="2000" b="1"/>
                    </a:p>
                  </a:txBody>
                  <a:tcPr marL="274320" marR="274320" marT="91440" marB="27432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2">
                        <a:lumMod val="50000"/>
                      </a:schemeClr>
                    </a:solidFill>
                  </a:tcPr>
                </a:tc>
                <a:tc hMerge="1">
                  <a:txBody>
                    <a:bodyPr/>
                    <a:lstStyle/>
                    <a:p>
                      <a:endParaRPr lang="en-US" sz="2000" b="1"/>
                    </a:p>
                  </a:txBody>
                  <a:tcPr marL="274320" marR="274320" marT="91440" marB="27432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2">
                        <a:lumMod val="50000"/>
                      </a:schemeClr>
                    </a:solidFill>
                  </a:tcPr>
                </a:tc>
                <a:tc>
                  <a:txBody>
                    <a:bodyPr/>
                    <a:lstStyle/>
                    <a:p>
                      <a:endParaRPr lang="en-US" sz="3000" b="0" i="0" dirty="0">
                        <a:solidFill>
                          <a:schemeClr val="bg1"/>
                        </a:solidFill>
                        <a:latin typeface="Overused Grotesk" pitchFamily="2" charset="0"/>
                      </a:endParaRPr>
                    </a:p>
                  </a:txBody>
                  <a:tcPr marL="411480" marR="411480" marT="137181" marB="41154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tx2">
                        <a:lumMod val="50000"/>
                      </a:schemeClr>
                    </a:solidFill>
                  </a:tcPr>
                </a:tc>
                <a:tc gridSpan="2">
                  <a:txBody>
                    <a:bodyPr/>
                    <a:lstStyle/>
                    <a:p>
                      <a:r>
                        <a:rPr lang="en-US" sz="3600" b="0" i="0" dirty="0">
                          <a:solidFill>
                            <a:schemeClr val="bg1"/>
                          </a:solidFill>
                          <a:latin typeface="All Round Gothic Medium" panose="020B0603020202020104" pitchFamily="34" charset="77"/>
                        </a:rPr>
                        <a:t>I Thrive On</a:t>
                      </a:r>
                    </a:p>
                  </a:txBody>
                  <a:tcPr marL="411480" marR="411480" marT="137181" marB="41154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5"/>
                    </a:solidFill>
                  </a:tcPr>
                </a:tc>
                <a:tc hMerge="1">
                  <a:txBody>
                    <a:bodyPr/>
                    <a:lstStyle/>
                    <a:p>
                      <a:endParaRPr lang="en-US"/>
                    </a:p>
                  </a:txBody>
                  <a:tcPr/>
                </a:tc>
                <a:extLst>
                  <a:ext uri="{0D108BD9-81ED-4DB2-BD59-A6C34878D82A}">
                    <a16:rowId xmlns:a16="http://schemas.microsoft.com/office/drawing/2014/main" val="1862885944"/>
                  </a:ext>
                </a:extLst>
              </a:tr>
              <a:tr h="271812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0" i="0" dirty="0">
                          <a:solidFill>
                            <a:schemeClr val="bg1"/>
                          </a:solidFill>
                          <a:latin typeface="All Round Gothic Medium" panose="020B0603020202020104" pitchFamily="34" charset="77"/>
                        </a:rPr>
                        <a:t>I’m Good @</a:t>
                      </a:r>
                    </a:p>
                    <a:p>
                      <a:endParaRPr lang="en-US" sz="4100" b="0" i="0" dirty="0">
                        <a:solidFill>
                          <a:schemeClr val="bg1"/>
                        </a:solidFill>
                        <a:latin typeface="Overused Grotesk" pitchFamily="2" charset="0"/>
                      </a:endParaRPr>
                    </a:p>
                  </a:txBody>
                  <a:tcPr marL="411480" marR="411480" marT="137181" marB="41154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1"/>
                    </a:solidFill>
                  </a:tcPr>
                </a:tc>
                <a:tc hMerge="1">
                  <a:txBody>
                    <a:bodyPr/>
                    <a:lstStyle/>
                    <a:p>
                      <a:endParaRPr lang="en-US"/>
                    </a:p>
                  </a:txBody>
                  <a:tcPr/>
                </a:tc>
                <a:tc>
                  <a:txBody>
                    <a:bodyPr/>
                    <a:lstStyle/>
                    <a:p>
                      <a:endParaRPr lang="en-US" sz="4100" b="0" i="0" dirty="0">
                        <a:solidFill>
                          <a:schemeClr val="bg1"/>
                        </a:solidFill>
                        <a:latin typeface="Overused Grotesk" pitchFamily="2" charset="0"/>
                      </a:endParaRPr>
                    </a:p>
                  </a:txBody>
                  <a:tcPr marL="411480" marR="411480" marT="411544" marB="41154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tcPr>
                </a:tc>
                <a:tc gridSpan="2">
                  <a:txBody>
                    <a:bodyPr/>
                    <a:lstStyle/>
                    <a:p>
                      <a:r>
                        <a:rPr lang="en-US" sz="3600" b="0" dirty="0">
                          <a:solidFill>
                            <a:schemeClr val="accent2"/>
                          </a:solidFill>
                          <a:latin typeface="All Round Gothic Medium" panose="020B0603020202020104" pitchFamily="34" charset="77"/>
                        </a:rPr>
                        <a:t>In My Personal Life</a:t>
                      </a:r>
                    </a:p>
                  </a:txBody>
                  <a:tcPr marL="411480" marR="411480" marT="137181" marB="41154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3"/>
                    </a:solidFill>
                  </a:tcPr>
                </a:tc>
                <a:tc hMerge="1">
                  <a:txBody>
                    <a:bodyPr/>
                    <a:lstStyle/>
                    <a:p>
                      <a:endParaRPr lang="en-US"/>
                    </a:p>
                  </a:txBody>
                  <a:tcPr/>
                </a:tc>
                <a:tc>
                  <a:txBody>
                    <a:bodyPr/>
                    <a:lstStyle/>
                    <a:p>
                      <a:endParaRPr lang="en-US" sz="4100" b="0" i="0" dirty="0">
                        <a:solidFill>
                          <a:schemeClr val="bg1"/>
                        </a:solidFill>
                        <a:latin typeface="Overused Grotesk" pitchFamily="2" charset="0"/>
                      </a:endParaRPr>
                    </a:p>
                  </a:txBody>
                  <a:tcPr marL="411480" marR="411480" marT="411544" marB="41154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511231815"/>
                  </a:ext>
                </a:extLst>
              </a:tr>
              <a:tr h="2718120">
                <a:tc>
                  <a:txBody>
                    <a:bodyPr/>
                    <a:lstStyle/>
                    <a:p>
                      <a:endParaRPr lang="en-US" sz="4100" b="0" i="0" dirty="0">
                        <a:solidFill>
                          <a:schemeClr val="bg1"/>
                        </a:solidFill>
                        <a:latin typeface="Overused Grotesk" pitchFamily="2" charset="0"/>
                      </a:endParaRPr>
                    </a:p>
                  </a:txBody>
                  <a:tcPr marL="411480" marR="411480" marT="411544" marB="41154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50000"/>
                      </a:schemeClr>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0" i="0" dirty="0">
                          <a:solidFill>
                            <a:schemeClr val="bg1"/>
                          </a:solidFill>
                          <a:latin typeface="All Round Gothic Medium" panose="020B0603020202020104" pitchFamily="34" charset="77"/>
                        </a:rPr>
                        <a:t>I’m Working On</a:t>
                      </a:r>
                    </a:p>
                  </a:txBody>
                  <a:tcPr marL="411480" marR="411480" marT="137181" marB="41154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accent5"/>
                    </a:solidFill>
                  </a:tcPr>
                </a:tc>
                <a:tc hMerge="1">
                  <a:txBody>
                    <a:bodyPr/>
                    <a:lstStyle/>
                    <a:p>
                      <a:endParaRPr lang="en-US"/>
                    </a:p>
                  </a:txBody>
                  <a:tcPr marL="274320" marR="274320" marT="274320" marB="27432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50000"/>
                      </a:schemeClr>
                    </a:solidFill>
                  </a:tcPr>
                </a:tc>
                <a:tc hMerge="1">
                  <a:txBody>
                    <a:bodyPr/>
                    <a:lstStyle/>
                    <a:p>
                      <a:endParaRPr lang="en-US"/>
                    </a:p>
                  </a:txBody>
                  <a:tcPr marL="274320" marR="274320" marT="274320" marB="27432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chemeClr val="bg1">
                        <a:lumMod val="50000"/>
                      </a:schemeClr>
                    </a:solidFill>
                  </a:tcPr>
                </a:tc>
                <a:tc>
                  <a:txBody>
                    <a:bodyPr/>
                    <a:lstStyle/>
                    <a:p>
                      <a:endParaRPr lang="en-US" sz="4100" b="0" i="0" dirty="0">
                        <a:solidFill>
                          <a:schemeClr val="bg1"/>
                        </a:solidFill>
                        <a:latin typeface="Overused Grotesk" pitchFamily="2" charset="0"/>
                      </a:endParaRPr>
                    </a:p>
                  </a:txBody>
                  <a:tcPr marL="411480" marR="411480" marT="411544" marB="41154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tcPr>
                </a:tc>
                <a:tc>
                  <a:txBody>
                    <a:bodyPr/>
                    <a:lstStyle/>
                    <a:p>
                      <a:endParaRPr lang="en-US" sz="4100" b="0" i="0" dirty="0">
                        <a:solidFill>
                          <a:schemeClr val="bg1"/>
                        </a:solidFill>
                        <a:latin typeface="Overused Grotesk" pitchFamily="2" charset="0"/>
                      </a:endParaRPr>
                    </a:p>
                  </a:txBody>
                  <a:tcPr marL="411480" marR="411480" marT="411544" marB="411544">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19831014"/>
                  </a:ext>
                </a:extLst>
              </a:tr>
            </a:tbl>
          </a:graphicData>
        </a:graphic>
      </p:graphicFrame>
      <p:sp>
        <p:nvSpPr>
          <p:cNvPr id="5" name="Picture Placeholder 18">
            <a:extLst>
              <a:ext uri="{FF2B5EF4-FFF2-40B4-BE49-F238E27FC236}">
                <a16:creationId xmlns:a16="http://schemas.microsoft.com/office/drawing/2014/main" id="{B60F3D9B-9E9A-F937-98D6-A1AD119081D9}"/>
              </a:ext>
            </a:extLst>
          </p:cNvPr>
          <p:cNvSpPr>
            <a:spLocks noGrp="1"/>
          </p:cNvSpPr>
          <p:nvPr>
            <p:ph type="pic" sz="quarter" idx="10" hasCustomPrompt="1"/>
          </p:nvPr>
        </p:nvSpPr>
        <p:spPr>
          <a:xfrm>
            <a:off x="64294" y="57159"/>
            <a:ext cx="2023110" cy="2023422"/>
          </a:xfrm>
          <a:solidFill>
            <a:schemeClr val="bg2"/>
          </a:solidFill>
          <a:ln>
            <a:noFill/>
          </a:ln>
        </p:spPr>
        <p:txBody>
          <a:bodyPr anchor="ctr">
            <a:normAutofit/>
          </a:bodyPr>
          <a:lstStyle>
            <a:lvl1pPr marL="0" indent="0" algn="ctr">
              <a:buNone/>
              <a:defRPr sz="1500"/>
            </a:lvl1pPr>
          </a:lstStyle>
          <a:p>
            <a:r>
              <a:rPr lang="en-US" dirty="0"/>
              <a:t>Click to insert</a:t>
            </a:r>
          </a:p>
          <a:p>
            <a:r>
              <a:rPr lang="en-US" dirty="0"/>
              <a:t> </a:t>
            </a:r>
            <a:br>
              <a:rPr lang="en-US" dirty="0"/>
            </a:br>
            <a:r>
              <a:rPr lang="en-US" dirty="0"/>
              <a:t>profile image</a:t>
            </a:r>
          </a:p>
        </p:txBody>
      </p:sp>
      <p:sp>
        <p:nvSpPr>
          <p:cNvPr id="6" name="Picture Placeholder 18">
            <a:extLst>
              <a:ext uri="{FF2B5EF4-FFF2-40B4-BE49-F238E27FC236}">
                <a16:creationId xmlns:a16="http://schemas.microsoft.com/office/drawing/2014/main" id="{4F652E60-545F-F22D-D38A-D1931BC4E1F3}"/>
              </a:ext>
            </a:extLst>
          </p:cNvPr>
          <p:cNvSpPr>
            <a:spLocks noGrp="1"/>
          </p:cNvSpPr>
          <p:nvPr>
            <p:ph type="pic" sz="quarter" idx="11" hasCustomPrompt="1"/>
          </p:nvPr>
        </p:nvSpPr>
        <p:spPr>
          <a:xfrm>
            <a:off x="6131719" y="4913281"/>
            <a:ext cx="2914652" cy="2588815"/>
          </a:xfrm>
          <a:solidFill>
            <a:schemeClr val="bg2"/>
          </a:solidFill>
          <a:ln>
            <a:noFill/>
          </a:ln>
        </p:spPr>
        <p:txBody>
          <a:bodyPr vert="horz" lIns="0" tIns="0" rIns="0" bIns="0" rtlCol="0" anchor="ctr">
            <a:noAutofit/>
          </a:bodyPr>
          <a:lstStyle>
            <a:lvl1pPr>
              <a:spcAft>
                <a:spcPts val="1800"/>
              </a:spcAft>
              <a:defRPr lang="en-US" sz="2100" dirty="0"/>
            </a:lvl1pPr>
          </a:lstStyle>
          <a:p>
            <a:pPr marL="0" lvl="0" indent="0" algn="ctr">
              <a:spcBef>
                <a:spcPts val="0"/>
              </a:spcBef>
              <a:buNone/>
            </a:pPr>
            <a:r>
              <a:rPr lang="en-US"/>
              <a:t> </a:t>
            </a:r>
          </a:p>
        </p:txBody>
      </p:sp>
      <p:sp>
        <p:nvSpPr>
          <p:cNvPr id="7" name="Text Placeholder 22">
            <a:extLst>
              <a:ext uri="{FF2B5EF4-FFF2-40B4-BE49-F238E27FC236}">
                <a16:creationId xmlns:a16="http://schemas.microsoft.com/office/drawing/2014/main" id="{46091AB3-F405-FB88-5C62-DA19D8F438D7}"/>
              </a:ext>
            </a:extLst>
          </p:cNvPr>
          <p:cNvSpPr>
            <a:spLocks noGrp="1"/>
          </p:cNvSpPr>
          <p:nvPr>
            <p:ph type="body" sz="quarter" idx="13" hasCustomPrompt="1"/>
          </p:nvPr>
        </p:nvSpPr>
        <p:spPr>
          <a:xfrm>
            <a:off x="2185989" y="57160"/>
            <a:ext cx="6860382" cy="2023422"/>
          </a:xfrm>
          <a:solidFill>
            <a:schemeClr val="accent1"/>
          </a:solidFill>
        </p:spPr>
        <p:txBody>
          <a:bodyPr lIns="274320" anchor="ctr"/>
          <a:lstStyle>
            <a:lvl1pPr marL="0" indent="0">
              <a:lnSpc>
                <a:spcPct val="80000"/>
              </a:lnSpc>
              <a:spcAft>
                <a:spcPts val="0"/>
              </a:spcAft>
              <a:buNone/>
              <a:defRPr sz="5400" b="0" i="0">
                <a:solidFill>
                  <a:schemeClr val="bg1"/>
                </a:solidFill>
                <a:latin typeface="All Round Gothic Medium" panose="020B0603020202020104" pitchFamily="34" charset="77"/>
              </a:defRPr>
            </a:lvl1pPr>
            <a:lvl2pPr marL="685800" indent="0">
              <a:buNone/>
              <a:defRPr/>
            </a:lvl2pPr>
            <a:lvl3pPr marL="1371600" indent="0">
              <a:buNone/>
              <a:defRPr/>
            </a:lvl3pPr>
            <a:lvl4pPr marL="2057400" indent="0">
              <a:buNone/>
              <a:defRPr/>
            </a:lvl4pPr>
            <a:lvl5pPr marL="2743200" indent="0">
              <a:buNone/>
              <a:defRPr/>
            </a:lvl5pPr>
          </a:lstStyle>
          <a:p>
            <a:pPr lvl="0"/>
            <a:r>
              <a:rPr lang="en-US" dirty="0"/>
              <a:t>Name </a:t>
            </a:r>
            <a:br>
              <a:rPr lang="en-US" dirty="0"/>
            </a:br>
            <a:r>
              <a:rPr lang="en-US" dirty="0"/>
              <a:t>Surname</a:t>
            </a:r>
          </a:p>
        </p:txBody>
      </p:sp>
      <p:sp>
        <p:nvSpPr>
          <p:cNvPr id="8" name="Picture Placeholder 18">
            <a:extLst>
              <a:ext uri="{FF2B5EF4-FFF2-40B4-BE49-F238E27FC236}">
                <a16:creationId xmlns:a16="http://schemas.microsoft.com/office/drawing/2014/main" id="{ACC9D610-39EC-03CF-D84D-38F16ACCD1C4}"/>
              </a:ext>
            </a:extLst>
          </p:cNvPr>
          <p:cNvSpPr>
            <a:spLocks noGrp="1"/>
          </p:cNvSpPr>
          <p:nvPr>
            <p:ph type="pic" sz="quarter" idx="14" hasCustomPrompt="1"/>
          </p:nvPr>
        </p:nvSpPr>
        <p:spPr>
          <a:xfrm>
            <a:off x="64292" y="7633088"/>
            <a:ext cx="2914652" cy="2588815"/>
          </a:xfrm>
          <a:solidFill>
            <a:schemeClr val="bg2"/>
          </a:solidFill>
          <a:ln>
            <a:noFill/>
          </a:ln>
        </p:spPr>
        <p:txBody>
          <a:bodyPr vert="horz" lIns="0" tIns="0" rIns="0" bIns="0" rtlCol="0" anchor="ctr">
            <a:noAutofit/>
          </a:bodyPr>
          <a:lstStyle>
            <a:lvl1pPr>
              <a:defRPr lang="en-US" sz="2100" dirty="0"/>
            </a:lvl1pPr>
          </a:lstStyle>
          <a:p>
            <a:pPr marL="0" lvl="0" indent="0" algn="ctr">
              <a:spcBef>
                <a:spcPts val="0"/>
              </a:spcBef>
              <a:spcAft>
                <a:spcPts val="1800"/>
              </a:spcAft>
              <a:buNone/>
            </a:pPr>
            <a:r>
              <a:rPr lang="en-US"/>
              <a:t> </a:t>
            </a:r>
          </a:p>
        </p:txBody>
      </p:sp>
      <p:sp>
        <p:nvSpPr>
          <p:cNvPr id="9" name="Picture Placeholder 18">
            <a:extLst>
              <a:ext uri="{FF2B5EF4-FFF2-40B4-BE49-F238E27FC236}">
                <a16:creationId xmlns:a16="http://schemas.microsoft.com/office/drawing/2014/main" id="{BF940377-2D2E-5520-9D57-C9BDAFB9D01E}"/>
              </a:ext>
            </a:extLst>
          </p:cNvPr>
          <p:cNvSpPr>
            <a:spLocks noGrp="1"/>
          </p:cNvSpPr>
          <p:nvPr>
            <p:ph type="pic" sz="quarter" idx="15" hasCustomPrompt="1"/>
          </p:nvPr>
        </p:nvSpPr>
        <p:spPr>
          <a:xfrm>
            <a:off x="12218192" y="7633088"/>
            <a:ext cx="2899176" cy="2588815"/>
          </a:xfrm>
          <a:solidFill>
            <a:schemeClr val="bg2"/>
          </a:solidFill>
          <a:ln>
            <a:noFill/>
          </a:ln>
        </p:spPr>
        <p:txBody>
          <a:bodyPr vert="horz" lIns="0" tIns="0" rIns="0" bIns="0" rtlCol="0" anchor="ctr">
            <a:noAutofit/>
          </a:bodyPr>
          <a:lstStyle>
            <a:lvl1pPr>
              <a:defRPr lang="en-US" sz="2100" dirty="0"/>
            </a:lvl1pPr>
          </a:lstStyle>
          <a:p>
            <a:pPr marL="0" lvl="0" indent="0" algn="ctr">
              <a:spcBef>
                <a:spcPts val="0"/>
              </a:spcBef>
              <a:buNone/>
            </a:pPr>
            <a:r>
              <a:rPr lang="en-US"/>
              <a:t> </a:t>
            </a:r>
          </a:p>
        </p:txBody>
      </p:sp>
      <p:sp>
        <p:nvSpPr>
          <p:cNvPr id="10" name="Picture Placeholder 18">
            <a:extLst>
              <a:ext uri="{FF2B5EF4-FFF2-40B4-BE49-F238E27FC236}">
                <a16:creationId xmlns:a16="http://schemas.microsoft.com/office/drawing/2014/main" id="{EAD1E1C4-E36F-8844-5F3F-C0B008F1BA52}"/>
              </a:ext>
            </a:extLst>
          </p:cNvPr>
          <p:cNvSpPr>
            <a:spLocks noGrp="1"/>
          </p:cNvSpPr>
          <p:nvPr>
            <p:ph type="pic" sz="quarter" idx="21" hasCustomPrompt="1"/>
          </p:nvPr>
        </p:nvSpPr>
        <p:spPr>
          <a:xfrm>
            <a:off x="15230474" y="4908156"/>
            <a:ext cx="2914652" cy="2588815"/>
          </a:xfrm>
          <a:solidFill>
            <a:schemeClr val="bg2"/>
          </a:solidFill>
          <a:ln>
            <a:noFill/>
          </a:ln>
        </p:spPr>
        <p:txBody>
          <a:bodyPr vert="horz" lIns="0" tIns="0" rIns="0" bIns="0" rtlCol="0" anchor="ctr">
            <a:noAutofit/>
          </a:bodyPr>
          <a:lstStyle>
            <a:lvl1pPr>
              <a:defRPr lang="en-US" sz="2100" dirty="0"/>
            </a:lvl1pPr>
          </a:lstStyle>
          <a:p>
            <a:pPr marL="0" lvl="0" indent="0" algn="ctr">
              <a:spcBef>
                <a:spcPts val="0"/>
              </a:spcBef>
              <a:buNone/>
            </a:pPr>
            <a:r>
              <a:rPr lang="en-US"/>
              <a:t>  </a:t>
            </a:r>
          </a:p>
        </p:txBody>
      </p:sp>
      <p:sp>
        <p:nvSpPr>
          <p:cNvPr id="11" name="Text Placeholder 36">
            <a:extLst>
              <a:ext uri="{FF2B5EF4-FFF2-40B4-BE49-F238E27FC236}">
                <a16:creationId xmlns:a16="http://schemas.microsoft.com/office/drawing/2014/main" id="{F2DCC1E0-0DAC-1EA5-1919-E1CB3D03B33A}"/>
              </a:ext>
            </a:extLst>
          </p:cNvPr>
          <p:cNvSpPr>
            <a:spLocks noGrp="1"/>
          </p:cNvSpPr>
          <p:nvPr>
            <p:ph type="body" sz="quarter" idx="23" hasCustomPrompt="1"/>
          </p:nvPr>
        </p:nvSpPr>
        <p:spPr>
          <a:xfrm>
            <a:off x="431545" y="5692713"/>
            <a:ext cx="5556107" cy="1795740"/>
          </a:xfrm>
        </p:spPr>
        <p:txBody>
          <a:bodyPr lIns="0"/>
          <a:lstStyle>
            <a:lvl1pPr marL="274320" indent="-274320">
              <a:lnSpc>
                <a:spcPct val="100000"/>
              </a:lnSpc>
              <a:spcBef>
                <a:spcPts val="0"/>
              </a:spcBef>
              <a:spcAft>
                <a:spcPts val="0"/>
              </a:spcAft>
              <a:buFont typeface="Arial" panose="020B0604020202020204" pitchFamily="34" charset="0"/>
              <a:buChar char="•"/>
              <a:defRPr lang="en-US" sz="1600" b="0" i="0" kern="1200" dirty="0" smtClean="0">
                <a:solidFill>
                  <a:schemeClr val="bg1"/>
                </a:solidFill>
                <a:latin typeface="Overused Grotesk" pitchFamily="2" charset="0"/>
                <a:ea typeface="Verdana" panose="020B0604030504040204" pitchFamily="34" charset="0"/>
                <a:cs typeface="+mn-cs"/>
              </a:defRPr>
            </a:lvl1pPr>
            <a:lvl2pPr>
              <a:defRPr sz="2100"/>
            </a:lvl2pPr>
            <a:lvl3pPr>
              <a:defRPr sz="1800"/>
            </a:lvl3pPr>
            <a:lvl4pPr>
              <a:defRPr sz="1650"/>
            </a:lvl4pPr>
            <a:lvl5pPr>
              <a:defRPr sz="1650"/>
            </a:lvl5pPr>
          </a:lstStyle>
          <a:p>
            <a:pPr marL="178595" lvl="0" indent="-178595" algn="l" defTabSz="1371600" rtl="0" eaLnBrk="1" latinLnBrk="0" hangingPunct="1">
              <a:lnSpc>
                <a:spcPct val="90000"/>
              </a:lnSpc>
              <a:spcBef>
                <a:spcPts val="900"/>
              </a:spcBef>
              <a:buFont typeface="Arial" panose="020B0604020202020204" pitchFamily="34" charset="0"/>
              <a:buChar cha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marL="178595" marR="0" lvl="0" indent="-178595" algn="l" defTabSz="1371600" rtl="0" eaLnBrk="1" fontAlgn="auto" latinLnBrk="0" hangingPunct="1">
              <a:lnSpc>
                <a:spcPct val="90000"/>
              </a:lnSpc>
              <a:spcBef>
                <a:spcPts val="9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marL="178595" marR="0" lvl="0" indent="-178595" algn="l" defTabSz="1371600" rtl="0" eaLnBrk="1" fontAlgn="auto" latinLnBrk="0" hangingPunct="1">
              <a:lnSpc>
                <a:spcPct val="90000"/>
              </a:lnSpc>
              <a:spcBef>
                <a:spcPts val="9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lvl="0"/>
            <a:endParaRPr lang="en-US" dirty="0"/>
          </a:p>
        </p:txBody>
      </p:sp>
      <p:sp>
        <p:nvSpPr>
          <p:cNvPr id="12" name="Text Placeholder 36">
            <a:extLst>
              <a:ext uri="{FF2B5EF4-FFF2-40B4-BE49-F238E27FC236}">
                <a16:creationId xmlns:a16="http://schemas.microsoft.com/office/drawing/2014/main" id="{634BF3A3-889E-14DE-AD9A-CA5BCAF5C6D7}"/>
              </a:ext>
            </a:extLst>
          </p:cNvPr>
          <p:cNvSpPr>
            <a:spLocks noGrp="1"/>
          </p:cNvSpPr>
          <p:nvPr>
            <p:ph type="body" sz="quarter" idx="24" hasCustomPrompt="1"/>
          </p:nvPr>
        </p:nvSpPr>
        <p:spPr>
          <a:xfrm>
            <a:off x="3086100" y="8411719"/>
            <a:ext cx="8972550" cy="1795740"/>
          </a:xfrm>
        </p:spPr>
        <p:txBody>
          <a:bodyPr lIns="274320"/>
          <a:lstStyle>
            <a:lvl1pPr marL="428625" indent="-428625">
              <a:spcBef>
                <a:spcPts val="900"/>
              </a:spcBef>
              <a:buFont typeface="Arial" panose="020B0604020202020204" pitchFamily="34" charset="0"/>
              <a:buChar char="•"/>
              <a:defRPr lang="en-US" sz="1600" b="0" i="0" kern="1200" dirty="0" smtClean="0">
                <a:solidFill>
                  <a:schemeClr val="bg1"/>
                </a:solidFill>
                <a:latin typeface="Overused Grotesk" pitchFamily="2" charset="0"/>
                <a:ea typeface="Verdana" panose="020B0604030504040204" pitchFamily="34" charset="0"/>
                <a:cs typeface="+mn-cs"/>
              </a:defRPr>
            </a:lvl1pPr>
            <a:lvl2pPr>
              <a:defRPr sz="2100"/>
            </a:lvl2pPr>
            <a:lvl3pPr>
              <a:defRPr sz="1800"/>
            </a:lvl3pPr>
            <a:lvl4pPr>
              <a:defRPr sz="1650"/>
            </a:lvl4pPr>
            <a:lvl5pPr>
              <a:defRPr sz="1650"/>
            </a:lvl5pPr>
          </a:lstStyle>
          <a:p>
            <a:pPr marL="178595" lvl="0" indent="-178595" algn="l" defTabSz="1371600" rtl="0" eaLnBrk="1" latinLnBrk="0" hangingPunct="1">
              <a:lnSpc>
                <a:spcPct val="90000"/>
              </a:lnSpc>
              <a:spcBef>
                <a:spcPts val="900"/>
              </a:spcBef>
              <a:buFont typeface="Arial" panose="020B0604020202020204" pitchFamily="34" charset="0"/>
              <a:buChar cha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marL="178595" marR="0" lvl="0" indent="-178595" algn="l" defTabSz="1371600" rtl="0" eaLnBrk="1" fontAlgn="auto" latinLnBrk="0" hangingPunct="1">
              <a:lnSpc>
                <a:spcPct val="90000"/>
              </a:lnSpc>
              <a:spcBef>
                <a:spcPts val="9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marL="178595" marR="0" lvl="0" indent="-178595" algn="l" defTabSz="1371600" rtl="0" eaLnBrk="1" fontAlgn="auto" latinLnBrk="0" hangingPunct="1">
              <a:lnSpc>
                <a:spcPct val="90000"/>
              </a:lnSpc>
              <a:spcBef>
                <a:spcPts val="9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lvl="0"/>
            <a:endParaRPr lang="en-US" dirty="0"/>
          </a:p>
        </p:txBody>
      </p:sp>
      <p:sp>
        <p:nvSpPr>
          <p:cNvPr id="13" name="Text Placeholder 36">
            <a:extLst>
              <a:ext uri="{FF2B5EF4-FFF2-40B4-BE49-F238E27FC236}">
                <a16:creationId xmlns:a16="http://schemas.microsoft.com/office/drawing/2014/main" id="{C34F1770-444C-B1FA-7766-3C276EBD5243}"/>
              </a:ext>
            </a:extLst>
          </p:cNvPr>
          <p:cNvSpPr>
            <a:spLocks noGrp="1"/>
          </p:cNvSpPr>
          <p:nvPr>
            <p:ph type="body" sz="quarter" idx="25" hasCustomPrompt="1"/>
          </p:nvPr>
        </p:nvSpPr>
        <p:spPr>
          <a:xfrm>
            <a:off x="9159478" y="5701232"/>
            <a:ext cx="5926931" cy="1795740"/>
          </a:xfrm>
        </p:spPr>
        <p:txBody>
          <a:bodyPr lIns="274320"/>
          <a:lstStyle>
            <a:lvl1pPr marL="274320" indent="-274320">
              <a:lnSpc>
                <a:spcPct val="100000"/>
              </a:lnSpc>
              <a:spcBef>
                <a:spcPts val="0"/>
              </a:spcBef>
              <a:buFont typeface="Arial" panose="020B0604020202020204" pitchFamily="34" charset="0"/>
              <a:buChar char="•"/>
              <a:defRPr lang="en-US" sz="1600" b="0" i="0" kern="1200" dirty="0" smtClean="0">
                <a:solidFill>
                  <a:schemeClr val="accent2"/>
                </a:solidFill>
                <a:latin typeface="Overused Grotesk" pitchFamily="2" charset="0"/>
                <a:ea typeface="Verdana" panose="020B0604030504040204" pitchFamily="34" charset="0"/>
                <a:cs typeface="+mn-cs"/>
              </a:defRPr>
            </a:lvl1pPr>
            <a:lvl2pPr>
              <a:defRPr sz="2100"/>
            </a:lvl2pPr>
            <a:lvl3pPr>
              <a:defRPr sz="1800"/>
            </a:lvl3pPr>
            <a:lvl4pPr>
              <a:defRPr sz="1650"/>
            </a:lvl4pPr>
            <a:lvl5pPr>
              <a:defRPr sz="1650"/>
            </a:lvl5pPr>
          </a:lstStyle>
          <a:p>
            <a:pPr marL="178595" lvl="0" indent="-178595" algn="l" defTabSz="1371600" rtl="0" eaLnBrk="1" latinLnBrk="0" hangingPunct="1">
              <a:lnSpc>
                <a:spcPct val="90000"/>
              </a:lnSpc>
              <a:spcBef>
                <a:spcPts val="900"/>
              </a:spcBef>
              <a:buFont typeface="Arial" panose="020B0604020202020204" pitchFamily="34" charset="0"/>
              <a:buChar cha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marL="178595" marR="0" lvl="0" indent="-178595" algn="l" defTabSz="1371600" rtl="0" eaLnBrk="1" fontAlgn="auto" latinLnBrk="0" hangingPunct="1">
              <a:lnSpc>
                <a:spcPct val="90000"/>
              </a:lnSpc>
              <a:spcBef>
                <a:spcPts val="9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marL="178595" marR="0" lvl="0" indent="-178595" algn="l" defTabSz="1371600" rtl="0" eaLnBrk="1" fontAlgn="auto" latinLnBrk="0" hangingPunct="1">
              <a:lnSpc>
                <a:spcPct val="90000"/>
              </a:lnSpc>
              <a:spcBef>
                <a:spcPts val="9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lvl="0"/>
            <a:endParaRPr lang="en-US" dirty="0"/>
          </a:p>
        </p:txBody>
      </p:sp>
      <p:sp>
        <p:nvSpPr>
          <p:cNvPr id="15" name="Picture Placeholder 18">
            <a:extLst>
              <a:ext uri="{FF2B5EF4-FFF2-40B4-BE49-F238E27FC236}">
                <a16:creationId xmlns:a16="http://schemas.microsoft.com/office/drawing/2014/main" id="{1550BB11-C8C9-9D21-F497-3B3478DE51AD}"/>
              </a:ext>
            </a:extLst>
          </p:cNvPr>
          <p:cNvSpPr>
            <a:spLocks noGrp="1"/>
          </p:cNvSpPr>
          <p:nvPr>
            <p:ph type="pic" sz="quarter" idx="27" hasCustomPrompt="1"/>
          </p:nvPr>
        </p:nvSpPr>
        <p:spPr>
          <a:xfrm>
            <a:off x="15245949" y="7633088"/>
            <a:ext cx="2899176" cy="2588815"/>
          </a:xfrm>
          <a:solidFill>
            <a:schemeClr val="bg2"/>
          </a:solidFill>
          <a:ln>
            <a:noFill/>
          </a:ln>
        </p:spPr>
        <p:txBody>
          <a:bodyPr vert="horz" lIns="0" tIns="0" rIns="0" bIns="0" rtlCol="0" anchor="ctr">
            <a:noAutofit/>
          </a:bodyPr>
          <a:lstStyle>
            <a:lvl1pPr>
              <a:defRPr lang="en-US" sz="2100" dirty="0"/>
            </a:lvl1pPr>
          </a:lstStyle>
          <a:p>
            <a:pPr marL="0" lvl="0" indent="0" algn="ctr">
              <a:spcBef>
                <a:spcPts val="0"/>
              </a:spcBef>
              <a:buNone/>
            </a:pPr>
            <a:r>
              <a:rPr lang="en-US"/>
              <a:t> </a:t>
            </a:r>
          </a:p>
        </p:txBody>
      </p:sp>
      <p:sp>
        <p:nvSpPr>
          <p:cNvPr id="17" name="Picture Placeholder 18">
            <a:extLst>
              <a:ext uri="{FF2B5EF4-FFF2-40B4-BE49-F238E27FC236}">
                <a16:creationId xmlns:a16="http://schemas.microsoft.com/office/drawing/2014/main" id="{42D21B99-0CFC-3FDE-297F-8817F8F52C2E}"/>
              </a:ext>
            </a:extLst>
          </p:cNvPr>
          <p:cNvSpPr>
            <a:spLocks noGrp="1"/>
          </p:cNvSpPr>
          <p:nvPr>
            <p:ph type="pic" sz="quarter" idx="28" hasCustomPrompt="1"/>
          </p:nvPr>
        </p:nvSpPr>
        <p:spPr>
          <a:xfrm>
            <a:off x="9159478" y="2197668"/>
            <a:ext cx="2914652" cy="2588815"/>
          </a:xfrm>
          <a:solidFill>
            <a:schemeClr val="bg2"/>
          </a:solidFill>
          <a:ln>
            <a:noFill/>
          </a:ln>
        </p:spPr>
        <p:txBody>
          <a:bodyPr vert="horz" lIns="0" tIns="0" rIns="0" bIns="0" rtlCol="0" anchor="ctr">
            <a:noAutofit/>
          </a:bodyPr>
          <a:lstStyle>
            <a:lvl1pPr>
              <a:spcAft>
                <a:spcPts val="1800"/>
              </a:spcAft>
              <a:defRPr lang="en-US" sz="2100" dirty="0"/>
            </a:lvl1pPr>
          </a:lstStyle>
          <a:p>
            <a:pPr marL="0" lvl="0" indent="0" algn="ctr">
              <a:spcBef>
                <a:spcPts val="0"/>
              </a:spcBef>
              <a:buNone/>
            </a:pPr>
            <a:r>
              <a:rPr lang="en-US"/>
              <a:t> </a:t>
            </a:r>
          </a:p>
        </p:txBody>
      </p:sp>
      <p:sp>
        <p:nvSpPr>
          <p:cNvPr id="18" name="Text Placeholder 36">
            <a:extLst>
              <a:ext uri="{FF2B5EF4-FFF2-40B4-BE49-F238E27FC236}">
                <a16:creationId xmlns:a16="http://schemas.microsoft.com/office/drawing/2014/main" id="{55977D26-AA97-B75F-2D32-F05EF40E7049}"/>
              </a:ext>
            </a:extLst>
          </p:cNvPr>
          <p:cNvSpPr>
            <a:spLocks noGrp="1"/>
          </p:cNvSpPr>
          <p:nvPr>
            <p:ph type="body" sz="quarter" idx="29" hasCustomPrompt="1"/>
          </p:nvPr>
        </p:nvSpPr>
        <p:spPr>
          <a:xfrm>
            <a:off x="431545" y="3061095"/>
            <a:ext cx="8234474" cy="1366117"/>
          </a:xfrm>
        </p:spPr>
        <p:txBody>
          <a:bodyPr lIns="0"/>
          <a:lstStyle>
            <a:lvl1pPr marL="274320" indent="-274320">
              <a:lnSpc>
                <a:spcPct val="100000"/>
              </a:lnSpc>
              <a:spcBef>
                <a:spcPts val="0"/>
              </a:spcBef>
              <a:spcAft>
                <a:spcPts val="0"/>
              </a:spcAft>
              <a:buFont typeface="Arial" panose="020B0604020202020204" pitchFamily="34" charset="0"/>
              <a:buChar char="•"/>
              <a:defRPr lang="en-US" sz="1600" b="0" i="0" kern="1200" dirty="0" smtClean="0">
                <a:solidFill>
                  <a:schemeClr val="bg1"/>
                </a:solidFill>
                <a:latin typeface="Overused Grotesk" pitchFamily="2" charset="0"/>
                <a:ea typeface="Verdana" panose="020B0604030504040204" pitchFamily="34" charset="0"/>
                <a:cs typeface="+mn-cs"/>
              </a:defRPr>
            </a:lvl1pPr>
            <a:lvl2pPr>
              <a:defRPr sz="2100"/>
            </a:lvl2pPr>
            <a:lvl3pPr>
              <a:defRPr sz="1800"/>
            </a:lvl3pPr>
            <a:lvl4pPr>
              <a:defRPr sz="1650"/>
            </a:lvl4pPr>
            <a:lvl5pPr>
              <a:defRPr sz="1650"/>
            </a:lvl5pPr>
          </a:lstStyle>
          <a:p>
            <a:pPr marL="178595" lvl="0" indent="-178595" algn="l" defTabSz="1371600" rtl="0" eaLnBrk="1" latinLnBrk="0" hangingPunct="1">
              <a:lnSpc>
                <a:spcPct val="90000"/>
              </a:lnSpc>
              <a:spcBef>
                <a:spcPts val="900"/>
              </a:spcBef>
              <a:buFont typeface="Arial" panose="020B0604020202020204" pitchFamily="34" charset="0"/>
              <a:buChar cha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marL="178595" marR="0" lvl="0" indent="-178595" algn="l" defTabSz="1371600" rtl="0" eaLnBrk="1" fontAlgn="auto" latinLnBrk="0" hangingPunct="1">
              <a:lnSpc>
                <a:spcPct val="90000"/>
              </a:lnSpc>
              <a:spcBef>
                <a:spcPts val="9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marL="178595" marR="0" lvl="0" indent="-178595" algn="l" defTabSz="1371600" rtl="0" eaLnBrk="1" fontAlgn="auto" latinLnBrk="0" hangingPunct="1">
              <a:lnSpc>
                <a:spcPct val="90000"/>
              </a:lnSpc>
              <a:spcBef>
                <a:spcPts val="9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lvl="0"/>
            <a:endParaRPr lang="en-US" dirty="0"/>
          </a:p>
        </p:txBody>
      </p:sp>
      <p:sp>
        <p:nvSpPr>
          <p:cNvPr id="19" name="Text Placeholder 36">
            <a:extLst>
              <a:ext uri="{FF2B5EF4-FFF2-40B4-BE49-F238E27FC236}">
                <a16:creationId xmlns:a16="http://schemas.microsoft.com/office/drawing/2014/main" id="{E5FDC4B1-82CB-D674-5A9D-204F2FBF9E41}"/>
              </a:ext>
            </a:extLst>
          </p:cNvPr>
          <p:cNvSpPr>
            <a:spLocks noGrp="1"/>
          </p:cNvSpPr>
          <p:nvPr>
            <p:ph type="body" sz="quarter" idx="30" hasCustomPrompt="1"/>
          </p:nvPr>
        </p:nvSpPr>
        <p:spPr>
          <a:xfrm>
            <a:off x="12567589" y="2990744"/>
            <a:ext cx="5556107" cy="1795740"/>
          </a:xfrm>
        </p:spPr>
        <p:txBody>
          <a:bodyPr lIns="0"/>
          <a:lstStyle>
            <a:lvl1pPr marL="274320" indent="-274320">
              <a:lnSpc>
                <a:spcPct val="100000"/>
              </a:lnSpc>
              <a:spcBef>
                <a:spcPts val="0"/>
              </a:spcBef>
              <a:spcAft>
                <a:spcPts val="0"/>
              </a:spcAft>
              <a:buFont typeface="Arial" panose="020B0604020202020204" pitchFamily="34" charset="0"/>
              <a:buChar char="•"/>
              <a:defRPr lang="en-US" sz="1600" b="0" i="0" kern="1200" dirty="0" smtClean="0">
                <a:solidFill>
                  <a:schemeClr val="bg1"/>
                </a:solidFill>
                <a:latin typeface="Overused Grotesk" pitchFamily="2" charset="0"/>
                <a:ea typeface="Verdana" panose="020B0604030504040204" pitchFamily="34" charset="0"/>
                <a:cs typeface="+mn-cs"/>
              </a:defRPr>
            </a:lvl1pPr>
            <a:lvl2pPr>
              <a:defRPr sz="2100"/>
            </a:lvl2pPr>
            <a:lvl3pPr>
              <a:defRPr sz="1800"/>
            </a:lvl3pPr>
            <a:lvl4pPr>
              <a:defRPr sz="1650"/>
            </a:lvl4pPr>
            <a:lvl5pPr>
              <a:defRPr sz="1650"/>
            </a:lvl5pPr>
          </a:lstStyle>
          <a:p>
            <a:pPr marL="178595" lvl="0" indent="-178595" algn="l" defTabSz="1371600" rtl="0" eaLnBrk="1" latinLnBrk="0" hangingPunct="1">
              <a:lnSpc>
                <a:spcPct val="90000"/>
              </a:lnSpc>
              <a:spcBef>
                <a:spcPts val="900"/>
              </a:spcBef>
              <a:buFont typeface="Arial" panose="020B0604020202020204" pitchFamily="34" charset="0"/>
              <a:buChar cha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marL="178595" marR="0" lvl="0" indent="-178595" algn="l" defTabSz="1371600" rtl="0" eaLnBrk="1" fontAlgn="auto" latinLnBrk="0" hangingPunct="1">
              <a:lnSpc>
                <a:spcPct val="90000"/>
              </a:lnSpc>
              <a:spcBef>
                <a:spcPts val="9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marL="178595" marR="0" lvl="0" indent="-178595" algn="l" defTabSz="1371600" rtl="0" eaLnBrk="1" fontAlgn="auto" latinLnBrk="0" hangingPunct="1">
              <a:lnSpc>
                <a:spcPct val="90000"/>
              </a:lnSpc>
              <a:spcBef>
                <a:spcPts val="9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lvl="0"/>
            <a:endParaRPr lang="en-US" dirty="0"/>
          </a:p>
        </p:txBody>
      </p:sp>
    </p:spTree>
    <p:extLst>
      <p:ext uri="{BB962C8B-B14F-4D97-AF65-F5344CB8AC3E}">
        <p14:creationId xmlns:p14="http://schemas.microsoft.com/office/powerpoint/2010/main" val="15025840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Divider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A6E23E1-B4D9-57A0-01CC-D4E3FD6BB074}"/>
              </a:ext>
            </a:extLst>
          </p:cNvPr>
          <p:cNvSpPr/>
          <p:nvPr userDrawn="1"/>
        </p:nvSpPr>
        <p:spPr>
          <a:xfrm>
            <a:off x="0" y="0"/>
            <a:ext cx="18288000" cy="10287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grpSp>
        <p:nvGrpSpPr>
          <p:cNvPr id="8" name="Group 7">
            <a:extLst>
              <a:ext uri="{FF2B5EF4-FFF2-40B4-BE49-F238E27FC236}">
                <a16:creationId xmlns:a16="http://schemas.microsoft.com/office/drawing/2014/main" id="{9EE0C72A-98A0-6085-403D-0B6DA4AB5128}"/>
              </a:ext>
            </a:extLst>
          </p:cNvPr>
          <p:cNvGrpSpPr/>
          <p:nvPr userDrawn="1"/>
        </p:nvGrpSpPr>
        <p:grpSpPr>
          <a:xfrm>
            <a:off x="571499" y="734706"/>
            <a:ext cx="3414121" cy="1962924"/>
            <a:chOff x="571499" y="734706"/>
            <a:chExt cx="3414121" cy="1962924"/>
          </a:xfrm>
        </p:grpSpPr>
        <p:sp>
          <p:nvSpPr>
            <p:cNvPr id="9" name="Oval 8">
              <a:extLst>
                <a:ext uri="{FF2B5EF4-FFF2-40B4-BE49-F238E27FC236}">
                  <a16:creationId xmlns:a16="http://schemas.microsoft.com/office/drawing/2014/main" id="{F5E74232-D764-7F87-CB29-40C5507E87C7}"/>
                </a:ext>
              </a:extLst>
            </p:cNvPr>
            <p:cNvSpPr/>
            <p:nvPr userDrawn="1"/>
          </p:nvSpPr>
          <p:spPr>
            <a:xfrm>
              <a:off x="571499" y="921136"/>
              <a:ext cx="1502627" cy="1502627"/>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BG" b="0" i="0" dirty="0">
                <a:latin typeface="Overused Grotesk" pitchFamily="2" charset="0"/>
              </a:endParaRPr>
            </a:p>
          </p:txBody>
        </p:sp>
        <p:pic>
          <p:nvPicPr>
            <p:cNvPr id="10" name="Graphic 9">
              <a:extLst>
                <a:ext uri="{FF2B5EF4-FFF2-40B4-BE49-F238E27FC236}">
                  <a16:creationId xmlns:a16="http://schemas.microsoft.com/office/drawing/2014/main" id="{C16C3D5F-D4A7-C522-57B8-6259244A1B31}"/>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2074126" y="734706"/>
              <a:ext cx="1911494" cy="1962924"/>
            </a:xfrm>
            <a:prstGeom prst="rect">
              <a:avLst/>
            </a:prstGeom>
          </p:spPr>
        </p:pic>
      </p:grpSp>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16" name="Slide Number Placeholder 5">
            <a:extLst>
              <a:ext uri="{FF2B5EF4-FFF2-40B4-BE49-F238E27FC236}">
                <a16:creationId xmlns:a16="http://schemas.microsoft.com/office/drawing/2014/main" id="{A0B86B79-47A2-294F-E632-DCF42012AA2A}"/>
              </a:ext>
            </a:extLst>
          </p:cNvPr>
          <p:cNvSpPr txBox="1">
            <a:spLocks/>
          </p:cNvSpPr>
          <p:nvPr userDrawn="1"/>
        </p:nvSpPr>
        <p:spPr>
          <a:xfrm>
            <a:off x="16842443" y="9731458"/>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37" name="Title 1">
            <a:extLst>
              <a:ext uri="{FF2B5EF4-FFF2-40B4-BE49-F238E27FC236}">
                <a16:creationId xmlns:a16="http://schemas.microsoft.com/office/drawing/2014/main" id="{3A46BC05-07D5-C4A3-AD23-A30961F5E10E}"/>
              </a:ext>
            </a:extLst>
          </p:cNvPr>
          <p:cNvSpPr>
            <a:spLocks noGrp="1"/>
          </p:cNvSpPr>
          <p:nvPr>
            <p:ph type="title" hasCustomPrompt="1"/>
          </p:nvPr>
        </p:nvSpPr>
        <p:spPr>
          <a:xfrm>
            <a:off x="441057" y="4869748"/>
            <a:ext cx="12692584" cy="1549073"/>
          </a:xfrm>
        </p:spPr>
        <p:txBody>
          <a:bodyPr anchor="ctr"/>
          <a:lstStyle>
            <a:lvl1pPr>
              <a:lnSpc>
                <a:spcPct val="80000"/>
              </a:lnSpc>
              <a:defRPr sz="10000">
                <a:solidFill>
                  <a:schemeClr val="bg1"/>
                </a:solidFill>
              </a:defRPr>
            </a:lvl1pPr>
          </a:lstStyle>
          <a:p>
            <a:r>
              <a:rPr lang="en-US" dirty="0"/>
              <a:t>Headline for divider slide with a max of three lines.</a:t>
            </a:r>
          </a:p>
        </p:txBody>
      </p:sp>
      <p:sp>
        <p:nvSpPr>
          <p:cNvPr id="38" name="Text Placeholder 18">
            <a:extLst>
              <a:ext uri="{FF2B5EF4-FFF2-40B4-BE49-F238E27FC236}">
                <a16:creationId xmlns:a16="http://schemas.microsoft.com/office/drawing/2014/main" id="{4915906B-AF86-8054-6527-44222A6C61FE}"/>
              </a:ext>
            </a:extLst>
          </p:cNvPr>
          <p:cNvSpPr>
            <a:spLocks noGrp="1"/>
          </p:cNvSpPr>
          <p:nvPr>
            <p:ph type="body" sz="quarter" idx="11" hasCustomPrompt="1"/>
          </p:nvPr>
        </p:nvSpPr>
        <p:spPr>
          <a:xfrm>
            <a:off x="14819898" y="1003605"/>
            <a:ext cx="2889558" cy="300001"/>
          </a:xfrm>
          <a:prstGeom prst="rect">
            <a:avLst/>
          </a:prstGeom>
        </p:spPr>
        <p:txBody>
          <a:bodyPr/>
          <a:lstStyle>
            <a:lvl1pPr marL="0" indent="0" algn="r">
              <a:buNone/>
              <a:defRPr sz="1800" b="0" i="0">
                <a:solidFill>
                  <a:schemeClr val="bg1"/>
                </a:solidFill>
                <a:latin typeface="Overused Grotesk" pitchFamily="2" charset="0"/>
              </a:defRPr>
            </a:lvl1pPr>
            <a:lvl2pPr>
              <a:defRPr b="0" i="0">
                <a:solidFill>
                  <a:schemeClr val="bg1"/>
                </a:solidFill>
                <a:latin typeface="Bahnschrift Light" panose="020B0502040204020203" pitchFamily="34" charset="0"/>
              </a:defRPr>
            </a:lvl2pPr>
            <a:lvl3pPr>
              <a:defRPr b="0" i="0">
                <a:solidFill>
                  <a:schemeClr val="bg1"/>
                </a:solidFill>
                <a:latin typeface="Bahnschrift Light" panose="020B0502040204020203" pitchFamily="34" charset="0"/>
              </a:defRPr>
            </a:lvl3pPr>
            <a:lvl4pPr>
              <a:defRPr b="0" i="0">
                <a:solidFill>
                  <a:schemeClr val="bg1"/>
                </a:solidFill>
                <a:latin typeface="Bahnschrift Light" panose="020B0502040204020203" pitchFamily="34" charset="0"/>
              </a:defRPr>
            </a:lvl4pPr>
            <a:lvl5pPr>
              <a:defRPr b="0" i="0">
                <a:solidFill>
                  <a:schemeClr val="bg1"/>
                </a:solidFill>
                <a:latin typeface="Bahnschrift Light" panose="020B0502040204020203" pitchFamily="34" charset="0"/>
              </a:defRPr>
            </a:lvl5pPr>
          </a:lstStyle>
          <a:p>
            <a:pPr lvl="0"/>
            <a:r>
              <a:rPr lang="en-GB" dirty="0"/>
              <a:t>Month, 2025</a:t>
            </a:r>
            <a:endParaRPr lang="en-BG" dirty="0"/>
          </a:p>
        </p:txBody>
      </p:sp>
      <p:sp>
        <p:nvSpPr>
          <p:cNvPr id="2" name="TextBox 1">
            <a:extLst>
              <a:ext uri="{FF2B5EF4-FFF2-40B4-BE49-F238E27FC236}">
                <a16:creationId xmlns:a16="http://schemas.microsoft.com/office/drawing/2014/main" id="{FDA6CD0F-A404-51D3-2BA1-D184107A3516}"/>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spTree>
    <p:extLst>
      <p:ext uri="{BB962C8B-B14F-4D97-AF65-F5344CB8AC3E}">
        <p14:creationId xmlns:p14="http://schemas.microsoft.com/office/powerpoint/2010/main" val="24517978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Divider Slide">
    <p:spTree>
      <p:nvGrpSpPr>
        <p:cNvPr id="1" name=""/>
        <p:cNvGrpSpPr/>
        <p:nvPr/>
      </p:nvGrpSpPr>
      <p:grpSpPr>
        <a:xfrm>
          <a:off x="0" y="0"/>
          <a:ext cx="0" cy="0"/>
          <a:chOff x="0" y="0"/>
          <a:chExt cx="0" cy="0"/>
        </a:xfrm>
      </p:grpSpPr>
      <p:pic>
        <p:nvPicPr>
          <p:cNvPr id="2" name="70" descr="preencoded.png">
            <a:extLst>
              <a:ext uri="{FF2B5EF4-FFF2-40B4-BE49-F238E27FC236}">
                <a16:creationId xmlns:a16="http://schemas.microsoft.com/office/drawing/2014/main" id="{B2BFE799-D8EB-3671-8754-4FC2BE5C53B6}"/>
              </a:ext>
            </a:extLst>
          </p:cNvPr>
          <p:cNvPicPr/>
          <p:nvPr userDrawn="1"/>
        </p:nvPicPr>
        <p:blipFill>
          <a:blip r:embed="rId2"/>
          <a:srcRect/>
          <a:stretch/>
        </p:blipFill>
        <p:spPr>
          <a:xfrm>
            <a:off x="0" y="1588"/>
            <a:ext cx="18288000" cy="10287000"/>
          </a:xfrm>
          <a:prstGeom prst="rect">
            <a:avLst/>
          </a:prstGeom>
        </p:spPr>
      </p:pic>
      <p:grpSp>
        <p:nvGrpSpPr>
          <p:cNvPr id="3" name="Group 2">
            <a:extLst>
              <a:ext uri="{FF2B5EF4-FFF2-40B4-BE49-F238E27FC236}">
                <a16:creationId xmlns:a16="http://schemas.microsoft.com/office/drawing/2014/main" id="{D74C10BC-2442-7ACD-BE07-37C92AA28F11}"/>
              </a:ext>
            </a:extLst>
          </p:cNvPr>
          <p:cNvGrpSpPr/>
          <p:nvPr userDrawn="1"/>
        </p:nvGrpSpPr>
        <p:grpSpPr>
          <a:xfrm>
            <a:off x="571499" y="734706"/>
            <a:ext cx="3414121" cy="1962924"/>
            <a:chOff x="571499" y="734706"/>
            <a:chExt cx="3414121" cy="1962924"/>
          </a:xfrm>
        </p:grpSpPr>
        <p:sp>
          <p:nvSpPr>
            <p:cNvPr id="5" name="Oval 4">
              <a:extLst>
                <a:ext uri="{FF2B5EF4-FFF2-40B4-BE49-F238E27FC236}">
                  <a16:creationId xmlns:a16="http://schemas.microsoft.com/office/drawing/2014/main" id="{27A2D1B9-D80F-BF4B-49FF-D9678573AB3E}"/>
                </a:ext>
              </a:extLst>
            </p:cNvPr>
            <p:cNvSpPr/>
            <p:nvPr userDrawn="1"/>
          </p:nvSpPr>
          <p:spPr>
            <a:xfrm>
              <a:off x="571499" y="921136"/>
              <a:ext cx="1502627" cy="1502627"/>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BG" b="0" i="0" dirty="0">
                <a:latin typeface="Overused Grotesk" pitchFamily="2" charset="0"/>
              </a:endParaRPr>
            </a:p>
          </p:txBody>
        </p:sp>
        <p:pic>
          <p:nvPicPr>
            <p:cNvPr id="6" name="Graphic 5">
              <a:extLst>
                <a:ext uri="{FF2B5EF4-FFF2-40B4-BE49-F238E27FC236}">
                  <a16:creationId xmlns:a16="http://schemas.microsoft.com/office/drawing/2014/main" id="{882B6E70-F637-0D84-2716-48F3E62D2F29}"/>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2074126" y="734706"/>
              <a:ext cx="1911494" cy="1962924"/>
            </a:xfrm>
            <a:prstGeom prst="rect">
              <a:avLst/>
            </a:prstGeom>
          </p:spPr>
        </p:pic>
      </p:grpSp>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16" name="Slide Number Placeholder 5">
            <a:extLst>
              <a:ext uri="{FF2B5EF4-FFF2-40B4-BE49-F238E27FC236}">
                <a16:creationId xmlns:a16="http://schemas.microsoft.com/office/drawing/2014/main" id="{A0B86B79-47A2-294F-E632-DCF42012AA2A}"/>
              </a:ext>
            </a:extLst>
          </p:cNvPr>
          <p:cNvSpPr txBox="1">
            <a:spLocks/>
          </p:cNvSpPr>
          <p:nvPr userDrawn="1"/>
        </p:nvSpPr>
        <p:spPr>
          <a:xfrm>
            <a:off x="16842443" y="9731458"/>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37" name="Title 1">
            <a:extLst>
              <a:ext uri="{FF2B5EF4-FFF2-40B4-BE49-F238E27FC236}">
                <a16:creationId xmlns:a16="http://schemas.microsoft.com/office/drawing/2014/main" id="{3A46BC05-07D5-C4A3-AD23-A30961F5E10E}"/>
              </a:ext>
            </a:extLst>
          </p:cNvPr>
          <p:cNvSpPr>
            <a:spLocks noGrp="1"/>
          </p:cNvSpPr>
          <p:nvPr>
            <p:ph type="title" hasCustomPrompt="1"/>
          </p:nvPr>
        </p:nvSpPr>
        <p:spPr>
          <a:xfrm>
            <a:off x="441057" y="4869748"/>
            <a:ext cx="12692584" cy="1549073"/>
          </a:xfrm>
        </p:spPr>
        <p:txBody>
          <a:bodyPr anchor="ctr"/>
          <a:lstStyle>
            <a:lvl1pPr>
              <a:lnSpc>
                <a:spcPct val="80000"/>
              </a:lnSpc>
              <a:defRPr sz="10000">
                <a:solidFill>
                  <a:schemeClr val="bg1"/>
                </a:solidFill>
              </a:defRPr>
            </a:lvl1pPr>
          </a:lstStyle>
          <a:p>
            <a:r>
              <a:rPr lang="en-US" dirty="0"/>
              <a:t>Headline for divider slide with a max of three lines.</a:t>
            </a:r>
          </a:p>
        </p:txBody>
      </p:sp>
      <p:sp>
        <p:nvSpPr>
          <p:cNvPr id="38" name="Text Placeholder 18">
            <a:extLst>
              <a:ext uri="{FF2B5EF4-FFF2-40B4-BE49-F238E27FC236}">
                <a16:creationId xmlns:a16="http://schemas.microsoft.com/office/drawing/2014/main" id="{4915906B-AF86-8054-6527-44222A6C61FE}"/>
              </a:ext>
            </a:extLst>
          </p:cNvPr>
          <p:cNvSpPr>
            <a:spLocks noGrp="1"/>
          </p:cNvSpPr>
          <p:nvPr>
            <p:ph type="body" sz="quarter" idx="11" hasCustomPrompt="1"/>
          </p:nvPr>
        </p:nvSpPr>
        <p:spPr>
          <a:xfrm>
            <a:off x="14819898" y="1003605"/>
            <a:ext cx="2889558" cy="300001"/>
          </a:xfrm>
          <a:prstGeom prst="rect">
            <a:avLst/>
          </a:prstGeom>
        </p:spPr>
        <p:txBody>
          <a:bodyPr/>
          <a:lstStyle>
            <a:lvl1pPr marL="0" indent="0" algn="r">
              <a:buNone/>
              <a:defRPr sz="1800" b="0" i="0">
                <a:solidFill>
                  <a:schemeClr val="bg1"/>
                </a:solidFill>
                <a:latin typeface="Overused Grotesk" pitchFamily="2" charset="0"/>
              </a:defRPr>
            </a:lvl1pPr>
            <a:lvl2pPr>
              <a:defRPr b="0" i="0">
                <a:solidFill>
                  <a:schemeClr val="bg1"/>
                </a:solidFill>
                <a:latin typeface="Bahnschrift Light" panose="020B0502040204020203" pitchFamily="34" charset="0"/>
              </a:defRPr>
            </a:lvl2pPr>
            <a:lvl3pPr>
              <a:defRPr b="0" i="0">
                <a:solidFill>
                  <a:schemeClr val="bg1"/>
                </a:solidFill>
                <a:latin typeface="Bahnschrift Light" panose="020B0502040204020203" pitchFamily="34" charset="0"/>
              </a:defRPr>
            </a:lvl3pPr>
            <a:lvl4pPr>
              <a:defRPr b="0" i="0">
                <a:solidFill>
                  <a:schemeClr val="bg1"/>
                </a:solidFill>
                <a:latin typeface="Bahnschrift Light" panose="020B0502040204020203" pitchFamily="34" charset="0"/>
              </a:defRPr>
            </a:lvl4pPr>
            <a:lvl5pPr>
              <a:defRPr b="0" i="0">
                <a:solidFill>
                  <a:schemeClr val="bg1"/>
                </a:solidFill>
                <a:latin typeface="Bahnschrift Light" panose="020B0502040204020203" pitchFamily="34" charset="0"/>
              </a:defRPr>
            </a:lvl5pPr>
          </a:lstStyle>
          <a:p>
            <a:pPr lvl="0"/>
            <a:r>
              <a:rPr lang="en-GB" dirty="0"/>
              <a:t>Month, 2025</a:t>
            </a:r>
            <a:endParaRPr lang="en-BG" dirty="0"/>
          </a:p>
        </p:txBody>
      </p:sp>
      <p:sp>
        <p:nvSpPr>
          <p:cNvPr id="7" name="TextBox 6">
            <a:extLst>
              <a:ext uri="{FF2B5EF4-FFF2-40B4-BE49-F238E27FC236}">
                <a16:creationId xmlns:a16="http://schemas.microsoft.com/office/drawing/2014/main" id="{D06B9279-12DF-2E7A-C0E3-EA1DC352E532}"/>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spTree>
    <p:extLst>
      <p:ext uri="{BB962C8B-B14F-4D97-AF65-F5344CB8AC3E}">
        <p14:creationId xmlns:p14="http://schemas.microsoft.com/office/powerpoint/2010/main" val="29490138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Divider Slide">
    <p:spTree>
      <p:nvGrpSpPr>
        <p:cNvPr id="1" name=""/>
        <p:cNvGrpSpPr/>
        <p:nvPr/>
      </p:nvGrpSpPr>
      <p:grpSpPr>
        <a:xfrm>
          <a:off x="0" y="0"/>
          <a:ext cx="0" cy="0"/>
          <a:chOff x="0" y="0"/>
          <a:chExt cx="0" cy="0"/>
        </a:xfrm>
      </p:grpSpPr>
      <p:pic>
        <p:nvPicPr>
          <p:cNvPr id="15" name="Picture 14" descr="A close-up of a blue spiral&#10;&#10;AI-generated content may be incorrect.">
            <a:extLst>
              <a:ext uri="{FF2B5EF4-FFF2-40B4-BE49-F238E27FC236}">
                <a16:creationId xmlns:a16="http://schemas.microsoft.com/office/drawing/2014/main" id="{EDF631DE-2C0E-CCC6-3871-D9FB84A8CC97}"/>
              </a:ext>
            </a:extLst>
          </p:cNvPr>
          <p:cNvPicPr/>
          <p:nvPr userDrawn="1"/>
        </p:nvPicPr>
        <p:blipFill>
          <a:blip r:embed="rId2" cstate="email">
            <a:extLst>
              <a:ext uri="{28A0092B-C50C-407E-A947-70E740481C1C}">
                <a14:useLocalDpi xmlns:a14="http://schemas.microsoft.com/office/drawing/2010/main"/>
              </a:ext>
            </a:extLst>
          </a:blip>
          <a:srcRect/>
          <a:stretch/>
        </p:blipFill>
        <p:spPr>
          <a:xfrm rot="16200000">
            <a:off x="3975848" y="-4025154"/>
            <a:ext cx="10287001" cy="18337308"/>
          </a:xfrm>
          <a:prstGeom prst="rect">
            <a:avLst/>
          </a:prstGeom>
        </p:spPr>
      </p:pic>
      <p:sp>
        <p:nvSpPr>
          <p:cNvPr id="17" name="Rectangle 16">
            <a:extLst>
              <a:ext uri="{FF2B5EF4-FFF2-40B4-BE49-F238E27FC236}">
                <a16:creationId xmlns:a16="http://schemas.microsoft.com/office/drawing/2014/main" id="{3BF90601-E655-F508-9997-80569E7EC5B9}"/>
              </a:ext>
            </a:extLst>
          </p:cNvPr>
          <p:cNvSpPr>
            <a:spLocks/>
          </p:cNvSpPr>
          <p:nvPr userDrawn="1"/>
        </p:nvSpPr>
        <p:spPr>
          <a:xfrm>
            <a:off x="-49309" y="-1"/>
            <a:ext cx="18337309" cy="10287001"/>
          </a:xfrm>
          <a:prstGeom prst="rect">
            <a:avLst/>
          </a:prstGeom>
          <a:solidFill>
            <a:schemeClr val="dk1">
              <a:alpha val="4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G" b="0" i="0" dirty="0">
              <a:latin typeface="Overused Grotesk" pitchFamily="2" charset="0"/>
            </a:endParaRPr>
          </a:p>
        </p:txBody>
      </p:sp>
      <p:grpSp>
        <p:nvGrpSpPr>
          <p:cNvPr id="18" name="Group 17">
            <a:extLst>
              <a:ext uri="{FF2B5EF4-FFF2-40B4-BE49-F238E27FC236}">
                <a16:creationId xmlns:a16="http://schemas.microsoft.com/office/drawing/2014/main" id="{6F1D461F-1377-8048-4C4B-36F9DC7728CE}"/>
              </a:ext>
            </a:extLst>
          </p:cNvPr>
          <p:cNvGrpSpPr/>
          <p:nvPr userDrawn="1"/>
        </p:nvGrpSpPr>
        <p:grpSpPr>
          <a:xfrm>
            <a:off x="571499" y="734706"/>
            <a:ext cx="3414121" cy="1962924"/>
            <a:chOff x="571499" y="734706"/>
            <a:chExt cx="3414121" cy="1962924"/>
          </a:xfrm>
        </p:grpSpPr>
        <p:sp>
          <p:nvSpPr>
            <p:cNvPr id="19" name="Oval 18">
              <a:extLst>
                <a:ext uri="{FF2B5EF4-FFF2-40B4-BE49-F238E27FC236}">
                  <a16:creationId xmlns:a16="http://schemas.microsoft.com/office/drawing/2014/main" id="{6C7BAF28-C490-7141-ADD2-C1CC0B13315C}"/>
                </a:ext>
              </a:extLst>
            </p:cNvPr>
            <p:cNvSpPr/>
            <p:nvPr userDrawn="1"/>
          </p:nvSpPr>
          <p:spPr>
            <a:xfrm>
              <a:off x="571499" y="921136"/>
              <a:ext cx="1502627" cy="150262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pic>
          <p:nvPicPr>
            <p:cNvPr id="20" name="Graphic 19">
              <a:extLst>
                <a:ext uri="{FF2B5EF4-FFF2-40B4-BE49-F238E27FC236}">
                  <a16:creationId xmlns:a16="http://schemas.microsoft.com/office/drawing/2014/main" id="{89A175B8-0CA4-FAD7-640F-0F41CBFA06F9}"/>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2074126" y="734706"/>
              <a:ext cx="1911494" cy="1962924"/>
            </a:xfrm>
            <a:prstGeom prst="rect">
              <a:avLst/>
            </a:prstGeom>
          </p:spPr>
        </p:pic>
      </p:grpSp>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16" name="Slide Number Placeholder 5">
            <a:extLst>
              <a:ext uri="{FF2B5EF4-FFF2-40B4-BE49-F238E27FC236}">
                <a16:creationId xmlns:a16="http://schemas.microsoft.com/office/drawing/2014/main" id="{A0B86B79-47A2-294F-E632-DCF42012AA2A}"/>
              </a:ext>
            </a:extLst>
          </p:cNvPr>
          <p:cNvSpPr txBox="1">
            <a:spLocks/>
          </p:cNvSpPr>
          <p:nvPr userDrawn="1"/>
        </p:nvSpPr>
        <p:spPr>
          <a:xfrm>
            <a:off x="16842443" y="9731458"/>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37" name="Title 1">
            <a:extLst>
              <a:ext uri="{FF2B5EF4-FFF2-40B4-BE49-F238E27FC236}">
                <a16:creationId xmlns:a16="http://schemas.microsoft.com/office/drawing/2014/main" id="{3A46BC05-07D5-C4A3-AD23-A30961F5E10E}"/>
              </a:ext>
            </a:extLst>
          </p:cNvPr>
          <p:cNvSpPr>
            <a:spLocks noGrp="1"/>
          </p:cNvSpPr>
          <p:nvPr>
            <p:ph type="title" hasCustomPrompt="1"/>
          </p:nvPr>
        </p:nvSpPr>
        <p:spPr>
          <a:xfrm>
            <a:off x="441057" y="4869748"/>
            <a:ext cx="12692584" cy="1549073"/>
          </a:xfrm>
        </p:spPr>
        <p:txBody>
          <a:bodyPr anchor="ctr"/>
          <a:lstStyle>
            <a:lvl1pPr>
              <a:lnSpc>
                <a:spcPct val="80000"/>
              </a:lnSpc>
              <a:defRPr sz="10000">
                <a:solidFill>
                  <a:schemeClr val="bg1"/>
                </a:solidFill>
              </a:defRPr>
            </a:lvl1pPr>
          </a:lstStyle>
          <a:p>
            <a:r>
              <a:rPr lang="en-US" dirty="0"/>
              <a:t>Headline for divider slide with a max of three lines.</a:t>
            </a:r>
          </a:p>
        </p:txBody>
      </p:sp>
      <p:sp>
        <p:nvSpPr>
          <p:cNvPr id="38" name="Text Placeholder 18">
            <a:extLst>
              <a:ext uri="{FF2B5EF4-FFF2-40B4-BE49-F238E27FC236}">
                <a16:creationId xmlns:a16="http://schemas.microsoft.com/office/drawing/2014/main" id="{4915906B-AF86-8054-6527-44222A6C61FE}"/>
              </a:ext>
            </a:extLst>
          </p:cNvPr>
          <p:cNvSpPr>
            <a:spLocks noGrp="1"/>
          </p:cNvSpPr>
          <p:nvPr>
            <p:ph type="body" sz="quarter" idx="11" hasCustomPrompt="1"/>
          </p:nvPr>
        </p:nvSpPr>
        <p:spPr>
          <a:xfrm>
            <a:off x="14819898" y="1003605"/>
            <a:ext cx="2889558" cy="300001"/>
          </a:xfrm>
          <a:prstGeom prst="rect">
            <a:avLst/>
          </a:prstGeom>
        </p:spPr>
        <p:txBody>
          <a:bodyPr/>
          <a:lstStyle>
            <a:lvl1pPr marL="0" indent="0" algn="r">
              <a:buNone/>
              <a:defRPr sz="1800" b="0" i="0">
                <a:solidFill>
                  <a:schemeClr val="bg1"/>
                </a:solidFill>
                <a:latin typeface="Overused Grotesk" pitchFamily="2" charset="0"/>
              </a:defRPr>
            </a:lvl1pPr>
            <a:lvl2pPr>
              <a:defRPr b="0" i="0">
                <a:solidFill>
                  <a:schemeClr val="bg1"/>
                </a:solidFill>
                <a:latin typeface="Bahnschrift Light" panose="020B0502040204020203" pitchFamily="34" charset="0"/>
              </a:defRPr>
            </a:lvl2pPr>
            <a:lvl3pPr>
              <a:defRPr b="0" i="0">
                <a:solidFill>
                  <a:schemeClr val="bg1"/>
                </a:solidFill>
                <a:latin typeface="Bahnschrift Light" panose="020B0502040204020203" pitchFamily="34" charset="0"/>
              </a:defRPr>
            </a:lvl3pPr>
            <a:lvl4pPr>
              <a:defRPr b="0" i="0">
                <a:solidFill>
                  <a:schemeClr val="bg1"/>
                </a:solidFill>
                <a:latin typeface="Bahnschrift Light" panose="020B0502040204020203" pitchFamily="34" charset="0"/>
              </a:defRPr>
            </a:lvl4pPr>
            <a:lvl5pPr>
              <a:defRPr b="0" i="0">
                <a:solidFill>
                  <a:schemeClr val="bg1"/>
                </a:solidFill>
                <a:latin typeface="Bahnschrift Light" panose="020B0502040204020203" pitchFamily="34" charset="0"/>
              </a:defRPr>
            </a:lvl5pPr>
          </a:lstStyle>
          <a:p>
            <a:pPr lvl="0"/>
            <a:r>
              <a:rPr lang="en-GB" dirty="0"/>
              <a:t>Month, 2025</a:t>
            </a:r>
            <a:endParaRPr lang="en-BG" dirty="0"/>
          </a:p>
        </p:txBody>
      </p:sp>
      <p:sp>
        <p:nvSpPr>
          <p:cNvPr id="2" name="TextBox 1">
            <a:extLst>
              <a:ext uri="{FF2B5EF4-FFF2-40B4-BE49-F238E27FC236}">
                <a16:creationId xmlns:a16="http://schemas.microsoft.com/office/drawing/2014/main" id="{C37CAC0A-FAD8-8A73-783B-A313580071ED}"/>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spTree>
    <p:extLst>
      <p:ext uri="{BB962C8B-B14F-4D97-AF65-F5344CB8AC3E}">
        <p14:creationId xmlns:p14="http://schemas.microsoft.com/office/powerpoint/2010/main" val="40897128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Divider Slide">
    <p:spTree>
      <p:nvGrpSpPr>
        <p:cNvPr id="1" name=""/>
        <p:cNvGrpSpPr/>
        <p:nvPr/>
      </p:nvGrpSpPr>
      <p:grpSpPr>
        <a:xfrm>
          <a:off x="0" y="0"/>
          <a:ext cx="0" cy="0"/>
          <a:chOff x="0" y="0"/>
          <a:chExt cx="0" cy="0"/>
        </a:xfrm>
      </p:grpSpPr>
      <p:pic>
        <p:nvPicPr>
          <p:cNvPr id="8" name="Picture 7" descr="A close-up of a wall&#10;&#10;AI-generated content may be incorrect.">
            <a:extLst>
              <a:ext uri="{FF2B5EF4-FFF2-40B4-BE49-F238E27FC236}">
                <a16:creationId xmlns:a16="http://schemas.microsoft.com/office/drawing/2014/main" id="{65034DBC-09C4-E3B5-3843-3196A11783B3}"/>
              </a:ext>
            </a:extLst>
          </p:cNvPr>
          <p:cNvPicPr/>
          <p:nvPr userDrawn="1"/>
        </p:nvPicPr>
        <p:blipFill>
          <a:blip r:embed="rId2"/>
          <a:stretch>
            <a:fillRect/>
          </a:stretch>
        </p:blipFill>
        <p:spPr>
          <a:xfrm>
            <a:off x="-29686" y="-19662"/>
            <a:ext cx="18309374" cy="10314281"/>
          </a:xfrm>
          <a:prstGeom prst="rect">
            <a:avLst/>
          </a:prstGeom>
        </p:spPr>
      </p:pic>
      <p:sp>
        <p:nvSpPr>
          <p:cNvPr id="9" name="Rectangle 8">
            <a:extLst>
              <a:ext uri="{FF2B5EF4-FFF2-40B4-BE49-F238E27FC236}">
                <a16:creationId xmlns:a16="http://schemas.microsoft.com/office/drawing/2014/main" id="{3E157C65-8261-311A-285D-F58FBD93CA8E}"/>
              </a:ext>
            </a:extLst>
          </p:cNvPr>
          <p:cNvSpPr>
            <a:spLocks/>
          </p:cNvSpPr>
          <p:nvPr userDrawn="1"/>
        </p:nvSpPr>
        <p:spPr>
          <a:xfrm>
            <a:off x="-29686" y="7619"/>
            <a:ext cx="18288000" cy="10287000"/>
          </a:xfrm>
          <a:prstGeom prst="rect">
            <a:avLst/>
          </a:prstGeom>
          <a:solidFill>
            <a:schemeClr val="accent4">
              <a:alpha val="6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G" b="0" i="0" dirty="0">
              <a:latin typeface="Overused Grotesk" pitchFamily="2" charset="0"/>
            </a:endParaRPr>
          </a:p>
        </p:txBody>
      </p:sp>
      <p:grpSp>
        <p:nvGrpSpPr>
          <p:cNvPr id="10" name="Group 9">
            <a:extLst>
              <a:ext uri="{FF2B5EF4-FFF2-40B4-BE49-F238E27FC236}">
                <a16:creationId xmlns:a16="http://schemas.microsoft.com/office/drawing/2014/main" id="{960E234F-0178-318D-072E-167CBCC20B63}"/>
              </a:ext>
            </a:extLst>
          </p:cNvPr>
          <p:cNvGrpSpPr/>
          <p:nvPr userDrawn="1"/>
        </p:nvGrpSpPr>
        <p:grpSpPr>
          <a:xfrm>
            <a:off x="571499" y="734706"/>
            <a:ext cx="3414121" cy="1962924"/>
            <a:chOff x="571499" y="734706"/>
            <a:chExt cx="3414121" cy="1962924"/>
          </a:xfrm>
        </p:grpSpPr>
        <p:sp>
          <p:nvSpPr>
            <p:cNvPr id="13" name="Oval 12">
              <a:extLst>
                <a:ext uri="{FF2B5EF4-FFF2-40B4-BE49-F238E27FC236}">
                  <a16:creationId xmlns:a16="http://schemas.microsoft.com/office/drawing/2014/main" id="{16E46EB8-97B1-0585-2954-36CE6F6E917C}"/>
                </a:ext>
              </a:extLst>
            </p:cNvPr>
            <p:cNvSpPr/>
            <p:nvPr userDrawn="1"/>
          </p:nvSpPr>
          <p:spPr>
            <a:xfrm>
              <a:off x="571499" y="921136"/>
              <a:ext cx="1502627" cy="1502627"/>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pic>
          <p:nvPicPr>
            <p:cNvPr id="14" name="Graphic 13">
              <a:extLst>
                <a:ext uri="{FF2B5EF4-FFF2-40B4-BE49-F238E27FC236}">
                  <a16:creationId xmlns:a16="http://schemas.microsoft.com/office/drawing/2014/main" id="{6321416A-84E8-768A-1521-9894FAC6BE8D}"/>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2074126" y="734706"/>
              <a:ext cx="1911494" cy="1962924"/>
            </a:xfrm>
            <a:prstGeom prst="rect">
              <a:avLst/>
            </a:prstGeom>
          </p:spPr>
        </p:pic>
      </p:grpSp>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16" name="Slide Number Placeholder 5">
            <a:extLst>
              <a:ext uri="{FF2B5EF4-FFF2-40B4-BE49-F238E27FC236}">
                <a16:creationId xmlns:a16="http://schemas.microsoft.com/office/drawing/2014/main" id="{A0B86B79-47A2-294F-E632-DCF42012AA2A}"/>
              </a:ext>
            </a:extLst>
          </p:cNvPr>
          <p:cNvSpPr txBox="1">
            <a:spLocks/>
          </p:cNvSpPr>
          <p:nvPr userDrawn="1"/>
        </p:nvSpPr>
        <p:spPr>
          <a:xfrm>
            <a:off x="16842443" y="9731458"/>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38" name="Text Placeholder 18">
            <a:extLst>
              <a:ext uri="{FF2B5EF4-FFF2-40B4-BE49-F238E27FC236}">
                <a16:creationId xmlns:a16="http://schemas.microsoft.com/office/drawing/2014/main" id="{4915906B-AF86-8054-6527-44222A6C61FE}"/>
              </a:ext>
            </a:extLst>
          </p:cNvPr>
          <p:cNvSpPr>
            <a:spLocks noGrp="1"/>
          </p:cNvSpPr>
          <p:nvPr>
            <p:ph type="body" sz="quarter" idx="11" hasCustomPrompt="1"/>
          </p:nvPr>
        </p:nvSpPr>
        <p:spPr>
          <a:xfrm>
            <a:off x="14819898" y="1003605"/>
            <a:ext cx="2889558" cy="300001"/>
          </a:xfrm>
          <a:prstGeom prst="rect">
            <a:avLst/>
          </a:prstGeom>
        </p:spPr>
        <p:txBody>
          <a:bodyPr/>
          <a:lstStyle>
            <a:lvl1pPr marL="0" indent="0" algn="r">
              <a:buNone/>
              <a:defRPr sz="1800" b="0" i="0">
                <a:solidFill>
                  <a:schemeClr val="bg1"/>
                </a:solidFill>
                <a:latin typeface="Overused Grotesk" pitchFamily="2" charset="0"/>
              </a:defRPr>
            </a:lvl1pPr>
            <a:lvl2pPr>
              <a:defRPr b="0" i="0">
                <a:solidFill>
                  <a:schemeClr val="bg1"/>
                </a:solidFill>
                <a:latin typeface="Bahnschrift Light" panose="020B0502040204020203" pitchFamily="34" charset="0"/>
              </a:defRPr>
            </a:lvl2pPr>
            <a:lvl3pPr>
              <a:defRPr b="0" i="0">
                <a:solidFill>
                  <a:schemeClr val="bg1"/>
                </a:solidFill>
                <a:latin typeface="Bahnschrift Light" panose="020B0502040204020203" pitchFamily="34" charset="0"/>
              </a:defRPr>
            </a:lvl3pPr>
            <a:lvl4pPr>
              <a:defRPr b="0" i="0">
                <a:solidFill>
                  <a:schemeClr val="bg1"/>
                </a:solidFill>
                <a:latin typeface="Bahnschrift Light" panose="020B0502040204020203" pitchFamily="34" charset="0"/>
              </a:defRPr>
            </a:lvl4pPr>
            <a:lvl5pPr>
              <a:defRPr b="0" i="0">
                <a:solidFill>
                  <a:schemeClr val="bg1"/>
                </a:solidFill>
                <a:latin typeface="Bahnschrift Light" panose="020B0502040204020203" pitchFamily="34" charset="0"/>
              </a:defRPr>
            </a:lvl5pPr>
          </a:lstStyle>
          <a:p>
            <a:pPr lvl="0"/>
            <a:r>
              <a:rPr lang="en-GB" dirty="0"/>
              <a:t>Month, 2025</a:t>
            </a:r>
            <a:endParaRPr lang="en-BG" dirty="0"/>
          </a:p>
        </p:txBody>
      </p:sp>
      <p:sp>
        <p:nvSpPr>
          <p:cNvPr id="2" name="TextBox 1">
            <a:extLst>
              <a:ext uri="{FF2B5EF4-FFF2-40B4-BE49-F238E27FC236}">
                <a16:creationId xmlns:a16="http://schemas.microsoft.com/office/drawing/2014/main" id="{5BED9D5E-3538-209F-5C47-26CEAB68AFD8}"/>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sp>
        <p:nvSpPr>
          <p:cNvPr id="3" name="Title 1">
            <a:extLst>
              <a:ext uri="{FF2B5EF4-FFF2-40B4-BE49-F238E27FC236}">
                <a16:creationId xmlns:a16="http://schemas.microsoft.com/office/drawing/2014/main" id="{D1D868E1-1005-35F3-6FDB-D8C39DBB33F7}"/>
              </a:ext>
            </a:extLst>
          </p:cNvPr>
          <p:cNvSpPr>
            <a:spLocks noGrp="1"/>
          </p:cNvSpPr>
          <p:nvPr>
            <p:ph type="title" hasCustomPrompt="1"/>
          </p:nvPr>
        </p:nvSpPr>
        <p:spPr>
          <a:xfrm>
            <a:off x="441057" y="4869748"/>
            <a:ext cx="12692584" cy="1549073"/>
          </a:xfrm>
        </p:spPr>
        <p:txBody>
          <a:bodyPr anchor="ctr"/>
          <a:lstStyle>
            <a:lvl1pPr>
              <a:lnSpc>
                <a:spcPct val="80000"/>
              </a:lnSpc>
              <a:defRPr sz="10000">
                <a:solidFill>
                  <a:schemeClr val="bg1"/>
                </a:solidFill>
              </a:defRPr>
            </a:lvl1pPr>
          </a:lstStyle>
          <a:p>
            <a:r>
              <a:rPr lang="en-US" dirty="0"/>
              <a:t>Headline for divider slide with a max of three lines.</a:t>
            </a:r>
          </a:p>
        </p:txBody>
      </p:sp>
    </p:spTree>
    <p:extLst>
      <p:ext uri="{BB962C8B-B14F-4D97-AF65-F5344CB8AC3E}">
        <p14:creationId xmlns:p14="http://schemas.microsoft.com/office/powerpoint/2010/main" val="28315731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Divider Slide">
    <p:spTree>
      <p:nvGrpSpPr>
        <p:cNvPr id="1" name=""/>
        <p:cNvGrpSpPr/>
        <p:nvPr/>
      </p:nvGrpSpPr>
      <p:grpSpPr>
        <a:xfrm>
          <a:off x="0" y="0"/>
          <a:ext cx="0" cy="0"/>
          <a:chOff x="0" y="0"/>
          <a:chExt cx="0" cy="0"/>
        </a:xfrm>
      </p:grpSpPr>
      <p:pic>
        <p:nvPicPr>
          <p:cNvPr id="2" name="Picture 1" descr="A close-up of a row of purple cubes&#10;&#10;AI-generated content may be incorrect.">
            <a:extLst>
              <a:ext uri="{FF2B5EF4-FFF2-40B4-BE49-F238E27FC236}">
                <a16:creationId xmlns:a16="http://schemas.microsoft.com/office/drawing/2014/main" id="{2C671790-91B2-200B-060F-F080753E3C3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8288000" cy="10287000"/>
          </a:xfrm>
          <a:prstGeom prst="rect">
            <a:avLst/>
          </a:prstGeom>
        </p:spPr>
      </p:pic>
      <p:sp>
        <p:nvSpPr>
          <p:cNvPr id="3" name="Rectangle 2">
            <a:extLst>
              <a:ext uri="{FF2B5EF4-FFF2-40B4-BE49-F238E27FC236}">
                <a16:creationId xmlns:a16="http://schemas.microsoft.com/office/drawing/2014/main" id="{FDA53FBC-6EC9-BE31-73C7-CDB07E7DD843}"/>
              </a:ext>
            </a:extLst>
          </p:cNvPr>
          <p:cNvSpPr/>
          <p:nvPr userDrawn="1"/>
        </p:nvSpPr>
        <p:spPr>
          <a:xfrm>
            <a:off x="0" y="0"/>
            <a:ext cx="18288000" cy="10287001"/>
          </a:xfrm>
          <a:prstGeom prst="rect">
            <a:avLst/>
          </a:prstGeom>
          <a:solidFill>
            <a:schemeClr val="accent6">
              <a:alpha val="89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G" b="0" i="0" dirty="0">
              <a:latin typeface="Overused Grotesk" pitchFamily="2" charset="0"/>
            </a:endParaRPr>
          </a:p>
        </p:txBody>
      </p:sp>
      <p:grpSp>
        <p:nvGrpSpPr>
          <p:cNvPr id="5" name="Group 4">
            <a:extLst>
              <a:ext uri="{FF2B5EF4-FFF2-40B4-BE49-F238E27FC236}">
                <a16:creationId xmlns:a16="http://schemas.microsoft.com/office/drawing/2014/main" id="{21269302-E5C9-1F15-1111-F6A43ED5D3FB}"/>
              </a:ext>
            </a:extLst>
          </p:cNvPr>
          <p:cNvGrpSpPr/>
          <p:nvPr userDrawn="1"/>
        </p:nvGrpSpPr>
        <p:grpSpPr>
          <a:xfrm>
            <a:off x="571499" y="734706"/>
            <a:ext cx="3414121" cy="1962924"/>
            <a:chOff x="571499" y="734706"/>
            <a:chExt cx="3414121" cy="1962924"/>
          </a:xfrm>
        </p:grpSpPr>
        <p:sp>
          <p:nvSpPr>
            <p:cNvPr id="6" name="Oval 5">
              <a:extLst>
                <a:ext uri="{FF2B5EF4-FFF2-40B4-BE49-F238E27FC236}">
                  <a16:creationId xmlns:a16="http://schemas.microsoft.com/office/drawing/2014/main" id="{E2AF684C-2015-70EF-F9F6-CC4BDE9D748C}"/>
                </a:ext>
              </a:extLst>
            </p:cNvPr>
            <p:cNvSpPr/>
            <p:nvPr userDrawn="1"/>
          </p:nvSpPr>
          <p:spPr>
            <a:xfrm>
              <a:off x="571499" y="921136"/>
              <a:ext cx="1502627" cy="1502627"/>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solidFill>
                  <a:schemeClr val="accent5"/>
                </a:solidFill>
                <a:latin typeface="Overused Grotesk" pitchFamily="2" charset="0"/>
              </a:endParaRPr>
            </a:p>
          </p:txBody>
        </p:sp>
        <p:pic>
          <p:nvPicPr>
            <p:cNvPr id="7" name="Graphic 6">
              <a:extLst>
                <a:ext uri="{FF2B5EF4-FFF2-40B4-BE49-F238E27FC236}">
                  <a16:creationId xmlns:a16="http://schemas.microsoft.com/office/drawing/2014/main" id="{A5D0B11D-C94C-AE42-6847-0C407A8C6956}"/>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2074126" y="734706"/>
              <a:ext cx="1911494" cy="1962924"/>
            </a:xfrm>
            <a:prstGeom prst="rect">
              <a:avLst/>
            </a:prstGeom>
          </p:spPr>
        </p:pic>
      </p:grpSp>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16" name="Slide Number Placeholder 5">
            <a:extLst>
              <a:ext uri="{FF2B5EF4-FFF2-40B4-BE49-F238E27FC236}">
                <a16:creationId xmlns:a16="http://schemas.microsoft.com/office/drawing/2014/main" id="{A0B86B79-47A2-294F-E632-DCF42012AA2A}"/>
              </a:ext>
            </a:extLst>
          </p:cNvPr>
          <p:cNvSpPr txBox="1">
            <a:spLocks/>
          </p:cNvSpPr>
          <p:nvPr userDrawn="1"/>
        </p:nvSpPr>
        <p:spPr>
          <a:xfrm>
            <a:off x="16842443" y="9731458"/>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tx1"/>
                </a:solidFill>
                <a:latin typeface="Overused Grotesk" pitchFamily="2" charset="0"/>
              </a:rPr>
              <a:pPr/>
              <a:t>‹#›</a:t>
            </a:fld>
            <a:endParaRPr lang="en-BG" b="0" i="0" dirty="0">
              <a:solidFill>
                <a:schemeClr val="tx1"/>
              </a:solidFill>
              <a:latin typeface="Overused Grotesk" pitchFamily="2" charset="0"/>
            </a:endParaRPr>
          </a:p>
        </p:txBody>
      </p:sp>
      <p:sp>
        <p:nvSpPr>
          <p:cNvPr id="37" name="Title 1">
            <a:extLst>
              <a:ext uri="{FF2B5EF4-FFF2-40B4-BE49-F238E27FC236}">
                <a16:creationId xmlns:a16="http://schemas.microsoft.com/office/drawing/2014/main" id="{3A46BC05-07D5-C4A3-AD23-A30961F5E10E}"/>
              </a:ext>
            </a:extLst>
          </p:cNvPr>
          <p:cNvSpPr>
            <a:spLocks noGrp="1"/>
          </p:cNvSpPr>
          <p:nvPr>
            <p:ph type="title" hasCustomPrompt="1"/>
          </p:nvPr>
        </p:nvSpPr>
        <p:spPr>
          <a:xfrm>
            <a:off x="441057" y="4869748"/>
            <a:ext cx="12692584" cy="1549073"/>
          </a:xfrm>
        </p:spPr>
        <p:txBody>
          <a:bodyPr anchor="ctr"/>
          <a:lstStyle>
            <a:lvl1pPr>
              <a:lnSpc>
                <a:spcPct val="80000"/>
              </a:lnSpc>
              <a:defRPr sz="10000">
                <a:solidFill>
                  <a:schemeClr val="tx1"/>
                </a:solidFill>
              </a:defRPr>
            </a:lvl1pPr>
          </a:lstStyle>
          <a:p>
            <a:r>
              <a:rPr lang="en-US" dirty="0"/>
              <a:t>Headline for divider slide with a max of three lines.</a:t>
            </a:r>
          </a:p>
        </p:txBody>
      </p:sp>
      <p:sp>
        <p:nvSpPr>
          <p:cNvPr id="38" name="Text Placeholder 18">
            <a:extLst>
              <a:ext uri="{FF2B5EF4-FFF2-40B4-BE49-F238E27FC236}">
                <a16:creationId xmlns:a16="http://schemas.microsoft.com/office/drawing/2014/main" id="{4915906B-AF86-8054-6527-44222A6C61FE}"/>
              </a:ext>
            </a:extLst>
          </p:cNvPr>
          <p:cNvSpPr>
            <a:spLocks noGrp="1"/>
          </p:cNvSpPr>
          <p:nvPr>
            <p:ph type="body" sz="quarter" idx="11" hasCustomPrompt="1"/>
          </p:nvPr>
        </p:nvSpPr>
        <p:spPr>
          <a:xfrm>
            <a:off x="14819898" y="1003605"/>
            <a:ext cx="2889558" cy="300001"/>
          </a:xfrm>
          <a:prstGeom prst="rect">
            <a:avLst/>
          </a:prstGeom>
        </p:spPr>
        <p:txBody>
          <a:bodyPr/>
          <a:lstStyle>
            <a:lvl1pPr marL="0" indent="0" algn="r">
              <a:buNone/>
              <a:defRPr sz="1800" b="0" i="0">
                <a:solidFill>
                  <a:schemeClr val="tx1"/>
                </a:solidFill>
                <a:latin typeface="Overused Grotesk" pitchFamily="2" charset="0"/>
              </a:defRPr>
            </a:lvl1pPr>
            <a:lvl2pPr>
              <a:defRPr b="0" i="0">
                <a:solidFill>
                  <a:schemeClr val="bg1"/>
                </a:solidFill>
                <a:latin typeface="Bahnschrift Light" panose="020B0502040204020203" pitchFamily="34" charset="0"/>
              </a:defRPr>
            </a:lvl2pPr>
            <a:lvl3pPr>
              <a:defRPr b="0" i="0">
                <a:solidFill>
                  <a:schemeClr val="bg1"/>
                </a:solidFill>
                <a:latin typeface="Bahnschrift Light" panose="020B0502040204020203" pitchFamily="34" charset="0"/>
              </a:defRPr>
            </a:lvl3pPr>
            <a:lvl4pPr>
              <a:defRPr b="0" i="0">
                <a:solidFill>
                  <a:schemeClr val="bg1"/>
                </a:solidFill>
                <a:latin typeface="Bahnschrift Light" panose="020B0502040204020203" pitchFamily="34" charset="0"/>
              </a:defRPr>
            </a:lvl4pPr>
            <a:lvl5pPr>
              <a:defRPr b="0" i="0">
                <a:solidFill>
                  <a:schemeClr val="bg1"/>
                </a:solidFill>
                <a:latin typeface="Bahnschrift Light" panose="020B0502040204020203" pitchFamily="34" charset="0"/>
              </a:defRPr>
            </a:lvl5pPr>
          </a:lstStyle>
          <a:p>
            <a:pPr lvl="0"/>
            <a:r>
              <a:rPr lang="en-GB" dirty="0"/>
              <a:t>Month, 2025</a:t>
            </a:r>
            <a:endParaRPr lang="en-BG" dirty="0"/>
          </a:p>
        </p:txBody>
      </p:sp>
      <p:sp>
        <p:nvSpPr>
          <p:cNvPr id="8" name="TextBox 7">
            <a:extLst>
              <a:ext uri="{FF2B5EF4-FFF2-40B4-BE49-F238E27FC236}">
                <a16:creationId xmlns:a16="http://schemas.microsoft.com/office/drawing/2014/main" id="{D10A6A32-1DC8-33CA-448C-89AF3E9CF075}"/>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tx1"/>
                </a:solidFill>
                <a:effectLst/>
                <a:latin typeface="Overused Grotesk" pitchFamily="2" charset="0"/>
              </a:rPr>
              <a:t>©2026 </a:t>
            </a:r>
            <a:r>
              <a:rPr lang="en-US" sz="1000" b="0" i="0" u="none" strike="noStrike" dirty="0" err="1">
                <a:solidFill>
                  <a:schemeClr val="tx1"/>
                </a:solidFill>
                <a:effectLst/>
                <a:latin typeface="Overused Grotesk" pitchFamily="2" charset="0"/>
              </a:rPr>
              <a:t>TeKnowledge</a:t>
            </a:r>
            <a:r>
              <a:rPr lang="en-US" sz="1000" b="0" i="0" u="none" strike="noStrike" dirty="0">
                <a:solidFill>
                  <a:schemeClr val="tx1"/>
                </a:solidFill>
                <a:effectLst/>
                <a:latin typeface="Overused Grotesk" pitchFamily="2" charset="0"/>
              </a:rPr>
              <a:t> </a:t>
            </a:r>
            <a:endParaRPr lang="en-BG" sz="1000" b="0" i="0" dirty="0">
              <a:solidFill>
                <a:schemeClr val="tx1"/>
              </a:solidFill>
              <a:latin typeface="Overused Grotesk" pitchFamily="2" charset="0"/>
            </a:endParaRPr>
          </a:p>
        </p:txBody>
      </p:sp>
    </p:spTree>
    <p:extLst>
      <p:ext uri="{BB962C8B-B14F-4D97-AF65-F5344CB8AC3E}">
        <p14:creationId xmlns:p14="http://schemas.microsoft.com/office/powerpoint/2010/main" val="60513897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6_Divider Slide">
    <p:spTree>
      <p:nvGrpSpPr>
        <p:cNvPr id="1" name=""/>
        <p:cNvGrpSpPr/>
        <p:nvPr/>
      </p:nvGrpSpPr>
      <p:grpSpPr>
        <a:xfrm>
          <a:off x="0" y="0"/>
          <a:ext cx="0" cy="0"/>
          <a:chOff x="0" y="0"/>
          <a:chExt cx="0" cy="0"/>
        </a:xfrm>
      </p:grpSpPr>
      <p:pic>
        <p:nvPicPr>
          <p:cNvPr id="8" name="Picture 7" descr="A close-up of a white swirl&#10;&#10;AI-generated content may be incorrect.">
            <a:extLst>
              <a:ext uri="{FF2B5EF4-FFF2-40B4-BE49-F238E27FC236}">
                <a16:creationId xmlns:a16="http://schemas.microsoft.com/office/drawing/2014/main" id="{660CDDAE-1DE4-5BB1-74BC-E8C8D429ECD4}"/>
              </a:ext>
            </a:extLst>
          </p:cNvPr>
          <p:cNvPicPr/>
          <p:nvPr userDrawn="1"/>
        </p:nvPicPr>
        <p:blipFill>
          <a:blip r:embed="rId2"/>
          <a:stretch>
            <a:fillRect/>
          </a:stretch>
        </p:blipFill>
        <p:spPr>
          <a:xfrm>
            <a:off x="-8135" y="0"/>
            <a:ext cx="18304270" cy="10287000"/>
          </a:xfrm>
          <a:prstGeom prst="rect">
            <a:avLst/>
          </a:prstGeom>
        </p:spPr>
      </p:pic>
      <p:sp>
        <p:nvSpPr>
          <p:cNvPr id="9" name="Rectangle 8">
            <a:extLst>
              <a:ext uri="{FF2B5EF4-FFF2-40B4-BE49-F238E27FC236}">
                <a16:creationId xmlns:a16="http://schemas.microsoft.com/office/drawing/2014/main" id="{2A30268F-547A-C6E8-7264-86C76ACF10B2}"/>
              </a:ext>
            </a:extLst>
          </p:cNvPr>
          <p:cNvSpPr/>
          <p:nvPr userDrawn="1"/>
        </p:nvSpPr>
        <p:spPr>
          <a:xfrm>
            <a:off x="-16579" y="0"/>
            <a:ext cx="18288000" cy="10287001"/>
          </a:xfrm>
          <a:prstGeom prst="rect">
            <a:avLst/>
          </a:prstGeom>
          <a:solidFill>
            <a:schemeClr val="accent3">
              <a:alpha val="6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G" b="0" i="0" dirty="0">
              <a:latin typeface="Overused Grotesk" pitchFamily="2" charset="0"/>
            </a:endParaRPr>
          </a:p>
        </p:txBody>
      </p:sp>
      <p:grpSp>
        <p:nvGrpSpPr>
          <p:cNvPr id="10" name="Group 9">
            <a:extLst>
              <a:ext uri="{FF2B5EF4-FFF2-40B4-BE49-F238E27FC236}">
                <a16:creationId xmlns:a16="http://schemas.microsoft.com/office/drawing/2014/main" id="{E73036E9-A716-805E-D131-CF567F32D232}"/>
              </a:ext>
            </a:extLst>
          </p:cNvPr>
          <p:cNvGrpSpPr/>
          <p:nvPr userDrawn="1"/>
        </p:nvGrpSpPr>
        <p:grpSpPr>
          <a:xfrm>
            <a:off x="571499" y="734706"/>
            <a:ext cx="3414121" cy="1962924"/>
            <a:chOff x="571499" y="734706"/>
            <a:chExt cx="3414121" cy="1962924"/>
          </a:xfrm>
        </p:grpSpPr>
        <p:sp>
          <p:nvSpPr>
            <p:cNvPr id="13" name="Oval 12">
              <a:extLst>
                <a:ext uri="{FF2B5EF4-FFF2-40B4-BE49-F238E27FC236}">
                  <a16:creationId xmlns:a16="http://schemas.microsoft.com/office/drawing/2014/main" id="{DA4E5057-7957-23F6-A0C1-75238DEE5612}"/>
                </a:ext>
              </a:extLst>
            </p:cNvPr>
            <p:cNvSpPr/>
            <p:nvPr userDrawn="1"/>
          </p:nvSpPr>
          <p:spPr>
            <a:xfrm>
              <a:off x="571499" y="921136"/>
              <a:ext cx="1502627" cy="150262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pic>
          <p:nvPicPr>
            <p:cNvPr id="14" name="Graphic 13">
              <a:extLst>
                <a:ext uri="{FF2B5EF4-FFF2-40B4-BE49-F238E27FC236}">
                  <a16:creationId xmlns:a16="http://schemas.microsoft.com/office/drawing/2014/main" id="{6A4E7F5A-6A5F-AAD9-736C-B36C49553C64}"/>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2074126" y="734706"/>
              <a:ext cx="1911494" cy="1962924"/>
            </a:xfrm>
            <a:prstGeom prst="rect">
              <a:avLst/>
            </a:prstGeom>
          </p:spPr>
        </p:pic>
      </p:grpSp>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16" name="Slide Number Placeholder 5">
            <a:extLst>
              <a:ext uri="{FF2B5EF4-FFF2-40B4-BE49-F238E27FC236}">
                <a16:creationId xmlns:a16="http://schemas.microsoft.com/office/drawing/2014/main" id="{A0B86B79-47A2-294F-E632-DCF42012AA2A}"/>
              </a:ext>
            </a:extLst>
          </p:cNvPr>
          <p:cNvSpPr txBox="1">
            <a:spLocks/>
          </p:cNvSpPr>
          <p:nvPr userDrawn="1"/>
        </p:nvSpPr>
        <p:spPr>
          <a:xfrm>
            <a:off x="16842443" y="9731458"/>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tx1"/>
                </a:solidFill>
                <a:latin typeface="Overused Grotesk" pitchFamily="2" charset="0"/>
              </a:rPr>
              <a:pPr/>
              <a:t>‹#›</a:t>
            </a:fld>
            <a:endParaRPr lang="en-BG" b="0" i="0" dirty="0">
              <a:solidFill>
                <a:schemeClr val="tx1"/>
              </a:solidFill>
              <a:latin typeface="Overused Grotesk" pitchFamily="2" charset="0"/>
            </a:endParaRPr>
          </a:p>
        </p:txBody>
      </p:sp>
      <p:sp>
        <p:nvSpPr>
          <p:cNvPr id="37" name="Title 1">
            <a:extLst>
              <a:ext uri="{FF2B5EF4-FFF2-40B4-BE49-F238E27FC236}">
                <a16:creationId xmlns:a16="http://schemas.microsoft.com/office/drawing/2014/main" id="{3A46BC05-07D5-C4A3-AD23-A30961F5E10E}"/>
              </a:ext>
            </a:extLst>
          </p:cNvPr>
          <p:cNvSpPr>
            <a:spLocks noGrp="1"/>
          </p:cNvSpPr>
          <p:nvPr>
            <p:ph type="title" hasCustomPrompt="1"/>
          </p:nvPr>
        </p:nvSpPr>
        <p:spPr>
          <a:xfrm>
            <a:off x="441057" y="4869748"/>
            <a:ext cx="12692584" cy="1549073"/>
          </a:xfrm>
        </p:spPr>
        <p:txBody>
          <a:bodyPr anchor="ctr"/>
          <a:lstStyle>
            <a:lvl1pPr>
              <a:lnSpc>
                <a:spcPct val="80000"/>
              </a:lnSpc>
              <a:defRPr sz="10000">
                <a:solidFill>
                  <a:schemeClr val="tx1"/>
                </a:solidFill>
              </a:defRPr>
            </a:lvl1pPr>
          </a:lstStyle>
          <a:p>
            <a:r>
              <a:rPr lang="en-US" dirty="0"/>
              <a:t>Headline for divider slide with a max of three lines.</a:t>
            </a:r>
          </a:p>
        </p:txBody>
      </p:sp>
      <p:sp>
        <p:nvSpPr>
          <p:cNvPr id="38" name="Text Placeholder 18">
            <a:extLst>
              <a:ext uri="{FF2B5EF4-FFF2-40B4-BE49-F238E27FC236}">
                <a16:creationId xmlns:a16="http://schemas.microsoft.com/office/drawing/2014/main" id="{4915906B-AF86-8054-6527-44222A6C61FE}"/>
              </a:ext>
            </a:extLst>
          </p:cNvPr>
          <p:cNvSpPr>
            <a:spLocks noGrp="1"/>
          </p:cNvSpPr>
          <p:nvPr>
            <p:ph type="body" sz="quarter" idx="11" hasCustomPrompt="1"/>
          </p:nvPr>
        </p:nvSpPr>
        <p:spPr>
          <a:xfrm>
            <a:off x="14819898" y="1003605"/>
            <a:ext cx="2889558" cy="300001"/>
          </a:xfrm>
          <a:prstGeom prst="rect">
            <a:avLst/>
          </a:prstGeom>
        </p:spPr>
        <p:txBody>
          <a:bodyPr/>
          <a:lstStyle>
            <a:lvl1pPr marL="0" indent="0" algn="r">
              <a:buNone/>
              <a:defRPr sz="1800" b="0" i="0">
                <a:solidFill>
                  <a:schemeClr val="tx1"/>
                </a:solidFill>
                <a:latin typeface="Overused Grotesk" pitchFamily="2" charset="0"/>
              </a:defRPr>
            </a:lvl1pPr>
            <a:lvl2pPr>
              <a:defRPr b="0" i="0">
                <a:solidFill>
                  <a:schemeClr val="bg1"/>
                </a:solidFill>
                <a:latin typeface="Bahnschrift Light" panose="020B0502040204020203" pitchFamily="34" charset="0"/>
              </a:defRPr>
            </a:lvl2pPr>
            <a:lvl3pPr>
              <a:defRPr b="0" i="0">
                <a:solidFill>
                  <a:schemeClr val="bg1"/>
                </a:solidFill>
                <a:latin typeface="Bahnschrift Light" panose="020B0502040204020203" pitchFamily="34" charset="0"/>
              </a:defRPr>
            </a:lvl3pPr>
            <a:lvl4pPr>
              <a:defRPr b="0" i="0">
                <a:solidFill>
                  <a:schemeClr val="bg1"/>
                </a:solidFill>
                <a:latin typeface="Bahnschrift Light" panose="020B0502040204020203" pitchFamily="34" charset="0"/>
              </a:defRPr>
            </a:lvl4pPr>
            <a:lvl5pPr>
              <a:defRPr b="0" i="0">
                <a:solidFill>
                  <a:schemeClr val="bg1"/>
                </a:solidFill>
                <a:latin typeface="Bahnschrift Light" panose="020B0502040204020203" pitchFamily="34" charset="0"/>
              </a:defRPr>
            </a:lvl5pPr>
          </a:lstStyle>
          <a:p>
            <a:pPr lvl="0"/>
            <a:r>
              <a:rPr lang="en-GB" dirty="0"/>
              <a:t>Month, 2025</a:t>
            </a:r>
            <a:endParaRPr lang="en-BG" dirty="0"/>
          </a:p>
        </p:txBody>
      </p:sp>
      <p:sp>
        <p:nvSpPr>
          <p:cNvPr id="2" name="TextBox 1">
            <a:extLst>
              <a:ext uri="{FF2B5EF4-FFF2-40B4-BE49-F238E27FC236}">
                <a16:creationId xmlns:a16="http://schemas.microsoft.com/office/drawing/2014/main" id="{69D887A9-8B1E-3851-3FE7-026EC369CCD0}"/>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tx1"/>
                </a:solidFill>
                <a:effectLst/>
                <a:latin typeface="Overused Grotesk" pitchFamily="2" charset="0"/>
              </a:rPr>
              <a:t>©2026 </a:t>
            </a:r>
            <a:r>
              <a:rPr lang="en-US" sz="1000" b="0" i="0" u="none" strike="noStrike" dirty="0" err="1">
                <a:solidFill>
                  <a:schemeClr val="tx1"/>
                </a:solidFill>
                <a:effectLst/>
                <a:latin typeface="Overused Grotesk" pitchFamily="2" charset="0"/>
              </a:rPr>
              <a:t>TeKnowledge</a:t>
            </a:r>
            <a:r>
              <a:rPr lang="en-US" sz="1000" b="0" i="0" u="none" strike="noStrike" dirty="0">
                <a:solidFill>
                  <a:schemeClr val="tx1"/>
                </a:solidFill>
                <a:effectLst/>
                <a:latin typeface="Overused Grotesk" pitchFamily="2" charset="0"/>
              </a:rPr>
              <a:t> </a:t>
            </a:r>
            <a:endParaRPr lang="en-BG" sz="1000" b="0" i="0" dirty="0">
              <a:solidFill>
                <a:schemeClr val="tx1"/>
              </a:solidFill>
              <a:latin typeface="Overused Grotesk" pitchFamily="2" charset="0"/>
            </a:endParaRPr>
          </a:p>
        </p:txBody>
      </p:sp>
    </p:spTree>
    <p:extLst>
      <p:ext uri="{BB962C8B-B14F-4D97-AF65-F5344CB8AC3E}">
        <p14:creationId xmlns:p14="http://schemas.microsoft.com/office/powerpoint/2010/main" val="28824420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7_Divider Slide">
    <p:spTree>
      <p:nvGrpSpPr>
        <p:cNvPr id="1" name=""/>
        <p:cNvGrpSpPr/>
        <p:nvPr/>
      </p:nvGrpSpPr>
      <p:grpSpPr>
        <a:xfrm>
          <a:off x="0" y="0"/>
          <a:ext cx="0" cy="0"/>
          <a:chOff x="0" y="0"/>
          <a:chExt cx="0" cy="0"/>
        </a:xfrm>
      </p:grpSpPr>
      <p:pic>
        <p:nvPicPr>
          <p:cNvPr id="2" name="Picture 1" descr="A close-up of a purple wave&#10;&#10;AI-generated content may be incorrect.">
            <a:extLst>
              <a:ext uri="{FF2B5EF4-FFF2-40B4-BE49-F238E27FC236}">
                <a16:creationId xmlns:a16="http://schemas.microsoft.com/office/drawing/2014/main" id="{0BF3E87E-ED44-5074-8EF5-7572EA9C9F48}"/>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rot="5400000">
            <a:off x="4000499" y="-4000499"/>
            <a:ext cx="10287001" cy="18288002"/>
          </a:xfrm>
          <a:prstGeom prst="rect">
            <a:avLst/>
          </a:prstGeom>
        </p:spPr>
      </p:pic>
      <p:sp>
        <p:nvSpPr>
          <p:cNvPr id="3" name="Rectangle 2">
            <a:extLst>
              <a:ext uri="{FF2B5EF4-FFF2-40B4-BE49-F238E27FC236}">
                <a16:creationId xmlns:a16="http://schemas.microsoft.com/office/drawing/2014/main" id="{773B7E63-6C9F-063A-DB92-247144A17BFA}"/>
              </a:ext>
            </a:extLst>
          </p:cNvPr>
          <p:cNvSpPr>
            <a:spLocks/>
          </p:cNvSpPr>
          <p:nvPr userDrawn="1"/>
        </p:nvSpPr>
        <p:spPr>
          <a:xfrm>
            <a:off x="19949" y="0"/>
            <a:ext cx="18337309" cy="10287001"/>
          </a:xfrm>
          <a:prstGeom prst="rect">
            <a:avLst/>
          </a:prstGeom>
          <a:solidFill>
            <a:schemeClr val="accent1">
              <a:alpha val="796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G" b="0" i="0" dirty="0">
              <a:latin typeface="Overused Grotesk" pitchFamily="2" charset="0"/>
            </a:endParaRPr>
          </a:p>
        </p:txBody>
      </p:sp>
      <p:grpSp>
        <p:nvGrpSpPr>
          <p:cNvPr id="5" name="Group 4">
            <a:extLst>
              <a:ext uri="{FF2B5EF4-FFF2-40B4-BE49-F238E27FC236}">
                <a16:creationId xmlns:a16="http://schemas.microsoft.com/office/drawing/2014/main" id="{FAB35DA2-900B-4311-7E39-C416994CBC31}"/>
              </a:ext>
            </a:extLst>
          </p:cNvPr>
          <p:cNvGrpSpPr/>
          <p:nvPr userDrawn="1"/>
        </p:nvGrpSpPr>
        <p:grpSpPr>
          <a:xfrm>
            <a:off x="571499" y="734706"/>
            <a:ext cx="3414121" cy="1962924"/>
            <a:chOff x="571499" y="734706"/>
            <a:chExt cx="3414121" cy="1962924"/>
          </a:xfrm>
        </p:grpSpPr>
        <p:sp>
          <p:nvSpPr>
            <p:cNvPr id="6" name="Oval 5">
              <a:extLst>
                <a:ext uri="{FF2B5EF4-FFF2-40B4-BE49-F238E27FC236}">
                  <a16:creationId xmlns:a16="http://schemas.microsoft.com/office/drawing/2014/main" id="{A958D005-0F65-5146-C0EB-439728827BD1}"/>
                </a:ext>
              </a:extLst>
            </p:cNvPr>
            <p:cNvSpPr/>
            <p:nvPr userDrawn="1"/>
          </p:nvSpPr>
          <p:spPr>
            <a:xfrm>
              <a:off x="571499" y="921136"/>
              <a:ext cx="1502627" cy="1502627"/>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pic>
          <p:nvPicPr>
            <p:cNvPr id="7" name="Graphic 6">
              <a:extLst>
                <a:ext uri="{FF2B5EF4-FFF2-40B4-BE49-F238E27FC236}">
                  <a16:creationId xmlns:a16="http://schemas.microsoft.com/office/drawing/2014/main" id="{649E0EA9-95E7-7D15-9FC1-AB8D46E84427}"/>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2074126" y="734706"/>
              <a:ext cx="1911494" cy="1962924"/>
            </a:xfrm>
            <a:prstGeom prst="rect">
              <a:avLst/>
            </a:prstGeom>
          </p:spPr>
        </p:pic>
      </p:grpSp>
      <p:sp>
        <p:nvSpPr>
          <p:cNvPr id="11" name="TextBox 10">
            <a:extLst>
              <a:ext uri="{FF2B5EF4-FFF2-40B4-BE49-F238E27FC236}">
                <a16:creationId xmlns:a16="http://schemas.microsoft.com/office/drawing/2014/main" id="{1B5001B8-2F3B-9DE2-2703-93E30F82CE4A}"/>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endParaRPr lang="en-BG" sz="1000" b="0" i="0" dirty="0">
              <a:solidFill>
                <a:schemeClr val="bg1"/>
              </a:solidFill>
              <a:latin typeface="Overused Grotesk" pitchFamily="2" charset="0"/>
            </a:endParaRPr>
          </a:p>
        </p:txBody>
      </p:sp>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16" name="Slide Number Placeholder 5">
            <a:extLst>
              <a:ext uri="{FF2B5EF4-FFF2-40B4-BE49-F238E27FC236}">
                <a16:creationId xmlns:a16="http://schemas.microsoft.com/office/drawing/2014/main" id="{A0B86B79-47A2-294F-E632-DCF42012AA2A}"/>
              </a:ext>
            </a:extLst>
          </p:cNvPr>
          <p:cNvSpPr txBox="1">
            <a:spLocks/>
          </p:cNvSpPr>
          <p:nvPr userDrawn="1"/>
        </p:nvSpPr>
        <p:spPr>
          <a:xfrm>
            <a:off x="16842443" y="9731458"/>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37" name="Title 1">
            <a:extLst>
              <a:ext uri="{FF2B5EF4-FFF2-40B4-BE49-F238E27FC236}">
                <a16:creationId xmlns:a16="http://schemas.microsoft.com/office/drawing/2014/main" id="{3A46BC05-07D5-C4A3-AD23-A30961F5E10E}"/>
              </a:ext>
            </a:extLst>
          </p:cNvPr>
          <p:cNvSpPr>
            <a:spLocks noGrp="1"/>
          </p:cNvSpPr>
          <p:nvPr>
            <p:ph type="title" hasCustomPrompt="1"/>
          </p:nvPr>
        </p:nvSpPr>
        <p:spPr>
          <a:xfrm>
            <a:off x="441057" y="4869748"/>
            <a:ext cx="12692584" cy="1549073"/>
          </a:xfrm>
        </p:spPr>
        <p:txBody>
          <a:bodyPr anchor="ctr"/>
          <a:lstStyle>
            <a:lvl1pPr>
              <a:lnSpc>
                <a:spcPct val="80000"/>
              </a:lnSpc>
              <a:defRPr sz="10000">
                <a:solidFill>
                  <a:schemeClr val="bg1"/>
                </a:solidFill>
              </a:defRPr>
            </a:lvl1pPr>
          </a:lstStyle>
          <a:p>
            <a:r>
              <a:rPr lang="en-US" dirty="0"/>
              <a:t>Headline for divider slide with a max of three lines.</a:t>
            </a:r>
          </a:p>
        </p:txBody>
      </p:sp>
      <p:sp>
        <p:nvSpPr>
          <p:cNvPr id="38" name="Text Placeholder 18">
            <a:extLst>
              <a:ext uri="{FF2B5EF4-FFF2-40B4-BE49-F238E27FC236}">
                <a16:creationId xmlns:a16="http://schemas.microsoft.com/office/drawing/2014/main" id="{4915906B-AF86-8054-6527-44222A6C61FE}"/>
              </a:ext>
            </a:extLst>
          </p:cNvPr>
          <p:cNvSpPr>
            <a:spLocks noGrp="1"/>
          </p:cNvSpPr>
          <p:nvPr>
            <p:ph type="body" sz="quarter" idx="11" hasCustomPrompt="1"/>
          </p:nvPr>
        </p:nvSpPr>
        <p:spPr>
          <a:xfrm>
            <a:off x="14819898" y="1003605"/>
            <a:ext cx="2889558" cy="300001"/>
          </a:xfrm>
          <a:prstGeom prst="rect">
            <a:avLst/>
          </a:prstGeom>
        </p:spPr>
        <p:txBody>
          <a:bodyPr/>
          <a:lstStyle>
            <a:lvl1pPr marL="0" indent="0" algn="r">
              <a:buNone/>
              <a:defRPr sz="1800" b="0" i="0">
                <a:solidFill>
                  <a:schemeClr val="bg1"/>
                </a:solidFill>
                <a:latin typeface="Overused Grotesk" pitchFamily="2" charset="0"/>
              </a:defRPr>
            </a:lvl1pPr>
            <a:lvl2pPr>
              <a:defRPr b="0" i="0">
                <a:solidFill>
                  <a:schemeClr val="bg1"/>
                </a:solidFill>
                <a:latin typeface="Bahnschrift Light" panose="020B0502040204020203" pitchFamily="34" charset="0"/>
              </a:defRPr>
            </a:lvl2pPr>
            <a:lvl3pPr>
              <a:defRPr b="0" i="0">
                <a:solidFill>
                  <a:schemeClr val="bg1"/>
                </a:solidFill>
                <a:latin typeface="Bahnschrift Light" panose="020B0502040204020203" pitchFamily="34" charset="0"/>
              </a:defRPr>
            </a:lvl3pPr>
            <a:lvl4pPr>
              <a:defRPr b="0" i="0">
                <a:solidFill>
                  <a:schemeClr val="bg1"/>
                </a:solidFill>
                <a:latin typeface="Bahnschrift Light" panose="020B0502040204020203" pitchFamily="34" charset="0"/>
              </a:defRPr>
            </a:lvl4pPr>
            <a:lvl5pPr>
              <a:defRPr b="0" i="0">
                <a:solidFill>
                  <a:schemeClr val="bg1"/>
                </a:solidFill>
                <a:latin typeface="Bahnschrift Light" panose="020B0502040204020203" pitchFamily="34" charset="0"/>
              </a:defRPr>
            </a:lvl5pPr>
          </a:lstStyle>
          <a:p>
            <a:pPr lvl="0"/>
            <a:r>
              <a:rPr lang="en-GB" dirty="0"/>
              <a:t>Month, 2025</a:t>
            </a:r>
            <a:endParaRPr lang="en-BG" dirty="0"/>
          </a:p>
        </p:txBody>
      </p:sp>
    </p:spTree>
    <p:extLst>
      <p:ext uri="{BB962C8B-B14F-4D97-AF65-F5344CB8AC3E}">
        <p14:creationId xmlns:p14="http://schemas.microsoft.com/office/powerpoint/2010/main" val="5009174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8_Divider Slide">
    <p:spTree>
      <p:nvGrpSpPr>
        <p:cNvPr id="1" name=""/>
        <p:cNvGrpSpPr/>
        <p:nvPr/>
      </p:nvGrpSpPr>
      <p:grpSpPr>
        <a:xfrm>
          <a:off x="0" y="0"/>
          <a:ext cx="0" cy="0"/>
          <a:chOff x="0" y="0"/>
          <a:chExt cx="0" cy="0"/>
        </a:xfrm>
      </p:grpSpPr>
      <p:pic>
        <p:nvPicPr>
          <p:cNvPr id="30" name="Picture 29" descr="A close-up of a graph&#10;&#10;AI-generated content may be incorrect.">
            <a:extLst>
              <a:ext uri="{FF2B5EF4-FFF2-40B4-BE49-F238E27FC236}">
                <a16:creationId xmlns:a16="http://schemas.microsoft.com/office/drawing/2014/main" id="{94206AD9-B1E1-D59B-D98D-42CA5531AEAB}"/>
              </a:ext>
            </a:extLst>
          </p:cNvPr>
          <p:cNvPicPr/>
          <p:nvPr userDrawn="1"/>
        </p:nvPicPr>
        <p:blipFill>
          <a:blip r:embed="rId2" cstate="email">
            <a:extLst>
              <a:ext uri="{28A0092B-C50C-407E-A947-70E740481C1C}">
                <a14:useLocalDpi xmlns:a14="http://schemas.microsoft.com/office/drawing/2010/main"/>
              </a:ext>
            </a:extLst>
          </a:blip>
          <a:srcRect/>
          <a:stretch/>
        </p:blipFill>
        <p:spPr>
          <a:xfrm flipH="1">
            <a:off x="0" y="0"/>
            <a:ext cx="18337310" cy="10287000"/>
          </a:xfrm>
          <a:prstGeom prst="rect">
            <a:avLst/>
          </a:prstGeom>
        </p:spPr>
      </p:pic>
      <p:sp>
        <p:nvSpPr>
          <p:cNvPr id="31" name="Rectangle 30">
            <a:extLst>
              <a:ext uri="{FF2B5EF4-FFF2-40B4-BE49-F238E27FC236}">
                <a16:creationId xmlns:a16="http://schemas.microsoft.com/office/drawing/2014/main" id="{F3F14C09-40E7-4216-06A5-59685807DE52}"/>
              </a:ext>
            </a:extLst>
          </p:cNvPr>
          <p:cNvSpPr>
            <a:spLocks/>
          </p:cNvSpPr>
          <p:nvPr userDrawn="1"/>
        </p:nvSpPr>
        <p:spPr>
          <a:xfrm>
            <a:off x="1" y="3462"/>
            <a:ext cx="18337309" cy="10287001"/>
          </a:xfrm>
          <a:prstGeom prst="rect">
            <a:avLst/>
          </a:prstGeom>
          <a:solidFill>
            <a:schemeClr val="tx2">
              <a:alpha val="6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BG" b="0" i="0" dirty="0">
              <a:latin typeface="Overused Grotesk" pitchFamily="2" charset="0"/>
            </a:endParaRPr>
          </a:p>
        </p:txBody>
      </p:sp>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16" name="Slide Number Placeholder 5">
            <a:extLst>
              <a:ext uri="{FF2B5EF4-FFF2-40B4-BE49-F238E27FC236}">
                <a16:creationId xmlns:a16="http://schemas.microsoft.com/office/drawing/2014/main" id="{A0B86B79-47A2-294F-E632-DCF42012AA2A}"/>
              </a:ext>
            </a:extLst>
          </p:cNvPr>
          <p:cNvSpPr txBox="1">
            <a:spLocks/>
          </p:cNvSpPr>
          <p:nvPr userDrawn="1"/>
        </p:nvSpPr>
        <p:spPr>
          <a:xfrm>
            <a:off x="16842443" y="9731458"/>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grpSp>
        <p:nvGrpSpPr>
          <p:cNvPr id="32" name="Group 31">
            <a:extLst>
              <a:ext uri="{FF2B5EF4-FFF2-40B4-BE49-F238E27FC236}">
                <a16:creationId xmlns:a16="http://schemas.microsoft.com/office/drawing/2014/main" id="{28310B2B-484E-869F-53E5-37F640EC5DDB}"/>
              </a:ext>
            </a:extLst>
          </p:cNvPr>
          <p:cNvGrpSpPr/>
          <p:nvPr userDrawn="1"/>
        </p:nvGrpSpPr>
        <p:grpSpPr>
          <a:xfrm>
            <a:off x="571499" y="734706"/>
            <a:ext cx="3414121" cy="1962924"/>
            <a:chOff x="571499" y="734706"/>
            <a:chExt cx="3414121" cy="1962924"/>
          </a:xfrm>
        </p:grpSpPr>
        <p:sp>
          <p:nvSpPr>
            <p:cNvPr id="33" name="Oval 32">
              <a:extLst>
                <a:ext uri="{FF2B5EF4-FFF2-40B4-BE49-F238E27FC236}">
                  <a16:creationId xmlns:a16="http://schemas.microsoft.com/office/drawing/2014/main" id="{087BECBE-B6B3-93BE-49B6-3A4FA1911AC7}"/>
                </a:ext>
              </a:extLst>
            </p:cNvPr>
            <p:cNvSpPr/>
            <p:nvPr userDrawn="1"/>
          </p:nvSpPr>
          <p:spPr>
            <a:xfrm>
              <a:off x="571499" y="921136"/>
              <a:ext cx="1502627" cy="1502627"/>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b="0" i="0" dirty="0">
                <a:latin typeface="Overused Grotesk" pitchFamily="2" charset="0"/>
              </a:endParaRPr>
            </a:p>
          </p:txBody>
        </p:sp>
        <p:pic>
          <p:nvPicPr>
            <p:cNvPr id="34" name="Graphic 33">
              <a:extLst>
                <a:ext uri="{FF2B5EF4-FFF2-40B4-BE49-F238E27FC236}">
                  <a16:creationId xmlns:a16="http://schemas.microsoft.com/office/drawing/2014/main" id="{91877C64-9846-9DC1-05BC-605388EAECF9}"/>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2074126" y="734706"/>
              <a:ext cx="1911494" cy="1962924"/>
            </a:xfrm>
            <a:prstGeom prst="rect">
              <a:avLst/>
            </a:prstGeom>
          </p:spPr>
        </p:pic>
      </p:grpSp>
      <p:sp>
        <p:nvSpPr>
          <p:cNvPr id="37" name="Title 1">
            <a:extLst>
              <a:ext uri="{FF2B5EF4-FFF2-40B4-BE49-F238E27FC236}">
                <a16:creationId xmlns:a16="http://schemas.microsoft.com/office/drawing/2014/main" id="{3A46BC05-07D5-C4A3-AD23-A30961F5E10E}"/>
              </a:ext>
            </a:extLst>
          </p:cNvPr>
          <p:cNvSpPr>
            <a:spLocks noGrp="1"/>
          </p:cNvSpPr>
          <p:nvPr>
            <p:ph type="title" hasCustomPrompt="1"/>
          </p:nvPr>
        </p:nvSpPr>
        <p:spPr>
          <a:xfrm>
            <a:off x="441057" y="4869748"/>
            <a:ext cx="12692584" cy="1549073"/>
          </a:xfrm>
        </p:spPr>
        <p:txBody>
          <a:bodyPr anchor="ctr"/>
          <a:lstStyle>
            <a:lvl1pPr>
              <a:lnSpc>
                <a:spcPct val="80000"/>
              </a:lnSpc>
              <a:defRPr sz="10000">
                <a:solidFill>
                  <a:schemeClr val="bg1"/>
                </a:solidFill>
              </a:defRPr>
            </a:lvl1pPr>
          </a:lstStyle>
          <a:p>
            <a:r>
              <a:rPr lang="en-US" dirty="0"/>
              <a:t>Headline for divider slide with a max of three lines.</a:t>
            </a:r>
          </a:p>
        </p:txBody>
      </p:sp>
      <p:sp>
        <p:nvSpPr>
          <p:cNvPr id="38" name="Text Placeholder 18">
            <a:extLst>
              <a:ext uri="{FF2B5EF4-FFF2-40B4-BE49-F238E27FC236}">
                <a16:creationId xmlns:a16="http://schemas.microsoft.com/office/drawing/2014/main" id="{4915906B-AF86-8054-6527-44222A6C61FE}"/>
              </a:ext>
            </a:extLst>
          </p:cNvPr>
          <p:cNvSpPr>
            <a:spLocks noGrp="1"/>
          </p:cNvSpPr>
          <p:nvPr>
            <p:ph type="body" sz="quarter" idx="11" hasCustomPrompt="1"/>
          </p:nvPr>
        </p:nvSpPr>
        <p:spPr>
          <a:xfrm>
            <a:off x="14819898" y="1003605"/>
            <a:ext cx="2889558" cy="300001"/>
          </a:xfrm>
          <a:prstGeom prst="rect">
            <a:avLst/>
          </a:prstGeom>
        </p:spPr>
        <p:txBody>
          <a:bodyPr/>
          <a:lstStyle>
            <a:lvl1pPr marL="0" indent="0" algn="r">
              <a:buNone/>
              <a:defRPr sz="1800" b="0" i="0">
                <a:solidFill>
                  <a:schemeClr val="bg1"/>
                </a:solidFill>
                <a:latin typeface="Overused Grotesk" pitchFamily="2" charset="0"/>
              </a:defRPr>
            </a:lvl1pPr>
            <a:lvl2pPr>
              <a:defRPr b="0" i="0">
                <a:solidFill>
                  <a:schemeClr val="bg1"/>
                </a:solidFill>
                <a:latin typeface="Bahnschrift Light" panose="020B0502040204020203" pitchFamily="34" charset="0"/>
              </a:defRPr>
            </a:lvl2pPr>
            <a:lvl3pPr>
              <a:defRPr b="0" i="0">
                <a:solidFill>
                  <a:schemeClr val="bg1"/>
                </a:solidFill>
                <a:latin typeface="Bahnschrift Light" panose="020B0502040204020203" pitchFamily="34" charset="0"/>
              </a:defRPr>
            </a:lvl3pPr>
            <a:lvl4pPr>
              <a:defRPr b="0" i="0">
                <a:solidFill>
                  <a:schemeClr val="bg1"/>
                </a:solidFill>
                <a:latin typeface="Bahnschrift Light" panose="020B0502040204020203" pitchFamily="34" charset="0"/>
              </a:defRPr>
            </a:lvl4pPr>
            <a:lvl5pPr>
              <a:defRPr b="0" i="0">
                <a:solidFill>
                  <a:schemeClr val="bg1"/>
                </a:solidFill>
                <a:latin typeface="Bahnschrift Light" panose="020B0502040204020203" pitchFamily="34" charset="0"/>
              </a:defRPr>
            </a:lvl5pPr>
          </a:lstStyle>
          <a:p>
            <a:pPr lvl="0"/>
            <a:r>
              <a:rPr lang="en-GB" dirty="0"/>
              <a:t>Month, 2025</a:t>
            </a:r>
            <a:endParaRPr lang="en-BG" dirty="0"/>
          </a:p>
        </p:txBody>
      </p:sp>
      <p:sp>
        <p:nvSpPr>
          <p:cNvPr id="2" name="TextBox 1">
            <a:extLst>
              <a:ext uri="{FF2B5EF4-FFF2-40B4-BE49-F238E27FC236}">
                <a16:creationId xmlns:a16="http://schemas.microsoft.com/office/drawing/2014/main" id="{33706AEC-18E7-449C-A2D4-09758B997341}"/>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endParaRPr lang="en-BG" sz="1000" b="0" i="0" dirty="0">
              <a:solidFill>
                <a:schemeClr val="bg1"/>
              </a:solidFill>
              <a:latin typeface="Overused Grotesk" pitchFamily="2" charset="0"/>
            </a:endParaRPr>
          </a:p>
        </p:txBody>
      </p:sp>
    </p:spTree>
    <p:extLst>
      <p:ext uri="{BB962C8B-B14F-4D97-AF65-F5344CB8AC3E}">
        <p14:creationId xmlns:p14="http://schemas.microsoft.com/office/powerpoint/2010/main" val="31348450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Basic Slide Dark Background">
    <p:spTree>
      <p:nvGrpSpPr>
        <p:cNvPr id="1" name=""/>
        <p:cNvGrpSpPr/>
        <p:nvPr/>
      </p:nvGrpSpPr>
      <p:grpSpPr>
        <a:xfrm>
          <a:off x="0" y="0"/>
          <a:ext cx="0" cy="0"/>
          <a:chOff x="0" y="0"/>
          <a:chExt cx="0" cy="0"/>
        </a:xfrm>
      </p:grpSpPr>
      <p:pic>
        <p:nvPicPr>
          <p:cNvPr id="4" name="95" descr="preencoded.png">
            <a:extLst>
              <a:ext uri="{FF2B5EF4-FFF2-40B4-BE49-F238E27FC236}">
                <a16:creationId xmlns:a16="http://schemas.microsoft.com/office/drawing/2014/main" id="{68951529-3D26-6ED4-FE24-8CE277DF5712}"/>
              </a:ext>
            </a:extLst>
          </p:cNvPr>
          <p:cNvPicPr/>
          <p:nvPr userDrawn="1"/>
        </p:nvPicPr>
        <p:blipFill>
          <a:blip r:embed="rId2"/>
          <a:srcRect/>
          <a:stretch/>
        </p:blipFill>
        <p:spPr>
          <a:xfrm rot="10800000">
            <a:off x="0" y="0"/>
            <a:ext cx="18288000" cy="10287000"/>
          </a:xfrm>
          <a:prstGeom prst="rect">
            <a:avLst/>
          </a:prstGeom>
        </p:spPr>
      </p:pic>
      <p:sp>
        <p:nvSpPr>
          <p:cNvPr id="5" name="TextBox 4">
            <a:extLst>
              <a:ext uri="{FF2B5EF4-FFF2-40B4-BE49-F238E27FC236}">
                <a16:creationId xmlns:a16="http://schemas.microsoft.com/office/drawing/2014/main" id="{5A932E94-22E1-F22F-536E-F14F0CC14F78}"/>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r>
              <a:rPr lang="en-US" sz="1000" b="0" i="0" u="none" strike="noStrike" dirty="0">
                <a:solidFill>
                  <a:schemeClr val="bg1"/>
                </a:solidFill>
                <a:effectLst/>
                <a:latin typeface="Overused Grotesk" pitchFamily="2" charset="0"/>
              </a:rPr>
              <a:t> </a:t>
            </a:r>
            <a:endParaRPr lang="en-BG" sz="1000" b="0" i="0" dirty="0">
              <a:solidFill>
                <a:schemeClr val="bg1"/>
              </a:solidFill>
              <a:latin typeface="Overused Grotesk" pitchFamily="2" charset="0"/>
            </a:endParaRPr>
          </a:p>
        </p:txBody>
      </p:sp>
      <p:pic>
        <p:nvPicPr>
          <p:cNvPr id="7" name="Picture 6">
            <a:extLst>
              <a:ext uri="{FF2B5EF4-FFF2-40B4-BE49-F238E27FC236}">
                <a16:creationId xmlns:a16="http://schemas.microsoft.com/office/drawing/2014/main" id="{9F2677AA-EDDB-4BB0-9CAA-E386A835907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7202149" y="573434"/>
            <a:ext cx="514351" cy="588616"/>
          </a:xfrm>
          <a:prstGeom prst="rect">
            <a:avLst/>
          </a:prstGeom>
        </p:spPr>
      </p:pic>
      <p:sp>
        <p:nvSpPr>
          <p:cNvPr id="8" name="Slide Number Placeholder 0">
            <a:extLst>
              <a:ext uri="{FF2B5EF4-FFF2-40B4-BE49-F238E27FC236}">
                <a16:creationId xmlns:a16="http://schemas.microsoft.com/office/drawing/2014/main" id="{1E0917D8-64DE-BA57-9E29-B1C3E42D1102}"/>
              </a:ext>
            </a:extLst>
          </p:cNvPr>
          <p:cNvSpPr txBox="1"/>
          <p:nvPr userDrawn="1"/>
        </p:nvSpPr>
        <p:spPr>
          <a:xfrm>
            <a:off x="16931735" y="9786597"/>
            <a:ext cx="1146201" cy="300000"/>
          </a:xfrm>
          <a:prstGeom prst="rect">
            <a:avLst/>
          </a:prstGeom>
          <a:extLst>
            <a:ext uri="{C572A759-6A51-4108-AA02-DFA0A04FC94B}">
              <ma14:wrappingTextBoxFlag xmlns:ma14="http://schemas.microsoft.com/office/mac/drawingml/2011/main" xmlns="" val="0"/>
            </a:ext>
          </a:extLst>
        </p:spPr>
        <p:txBody>
          <a:bodyPr/>
          <a:lstStyle>
            <a:lvl1pPr marL="0" algn="r" defTabSz="914400" rtl="0" eaLnBrk="1" latinLnBrk="0" hangingPunct="1">
              <a:defRPr sz="1400" b="0" i="0" kern="1200">
                <a:solidFill>
                  <a:schemeClr val="bg1"/>
                </a:solidFill>
                <a:latin typeface="Bahnschrift" panose="020B0502040204020203" pitchFamily="34" charset="0"/>
                <a:ea typeface="Bahnschrift" panose="020B0502040204020203" pitchFamily="34" charset="0"/>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021451-1387-4CA6-816F-3879F97B5CBC}" type="slidenum">
              <a:rPr lang="en-US" sz="1200" b="0" i="0" smtClean="0">
                <a:solidFill>
                  <a:schemeClr val="bg1"/>
                </a:solidFill>
                <a:latin typeface="Overused Grotesk" pitchFamily="2" charset="0"/>
              </a:rPr>
              <a:pPr/>
              <a:t>‹#›</a:t>
            </a:fld>
            <a:endParaRPr lang="en-US" sz="1200" b="0" i="0" dirty="0">
              <a:solidFill>
                <a:schemeClr val="bg1"/>
              </a:solidFill>
              <a:latin typeface="Overused Grotesk" pitchFamily="2" charset="0"/>
            </a:endParaRPr>
          </a:p>
        </p:txBody>
      </p:sp>
      <p:sp>
        <p:nvSpPr>
          <p:cNvPr id="3" name="Title 24">
            <a:extLst>
              <a:ext uri="{FF2B5EF4-FFF2-40B4-BE49-F238E27FC236}">
                <a16:creationId xmlns:a16="http://schemas.microsoft.com/office/drawing/2014/main" id="{487F3B35-CBBA-47FA-3F03-8457C5504E0D}"/>
              </a:ext>
            </a:extLst>
          </p:cNvPr>
          <p:cNvSpPr>
            <a:spLocks noGrp="1"/>
          </p:cNvSpPr>
          <p:nvPr>
            <p:ph type="title"/>
          </p:nvPr>
        </p:nvSpPr>
        <p:spPr>
          <a:xfrm>
            <a:off x="449578" y="599549"/>
            <a:ext cx="15379001" cy="673298"/>
          </a:xfrm>
        </p:spPr>
        <p:txBody>
          <a:bodyPr/>
          <a:lstStyle>
            <a:lvl1pPr>
              <a:defRPr sz="5500">
                <a:solidFill>
                  <a:schemeClr val="bg1"/>
                </a:solidFill>
              </a:defRPr>
            </a:lvl1pPr>
          </a:lstStyle>
          <a:p>
            <a:r>
              <a:rPr lang="en-GB" dirty="0"/>
              <a:t>Click to edit Master title style</a:t>
            </a:r>
            <a:endParaRPr lang="en-BG" dirty="0"/>
          </a:p>
        </p:txBody>
      </p:sp>
    </p:spTree>
    <p:extLst>
      <p:ext uri="{BB962C8B-B14F-4D97-AF65-F5344CB8AC3E}">
        <p14:creationId xmlns:p14="http://schemas.microsoft.com/office/powerpoint/2010/main" val="25090606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lide with imag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098BB539-4899-28BE-EFCF-A81678D13F2B}"/>
              </a:ext>
            </a:extLst>
          </p:cNvPr>
          <p:cNvSpPr>
            <a:spLocks noGrp="1"/>
          </p:cNvSpPr>
          <p:nvPr>
            <p:ph type="pic" sz="quarter" idx="13"/>
          </p:nvPr>
        </p:nvSpPr>
        <p:spPr>
          <a:xfrm>
            <a:off x="1" y="0"/>
            <a:ext cx="18285620" cy="10288588"/>
          </a:xfrm>
          <a:solidFill>
            <a:schemeClr val="bg1">
              <a:lumMod val="95000"/>
            </a:schemeClr>
          </a:solidFill>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25627873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19" name="95" descr="preencoded.png">
            <a:extLst>
              <a:ext uri="{FF2B5EF4-FFF2-40B4-BE49-F238E27FC236}">
                <a16:creationId xmlns:a16="http://schemas.microsoft.com/office/drawing/2014/main" id="{76CD90FD-B8B7-4AF8-0C8F-5F69D54D8C31}"/>
              </a:ext>
            </a:extLst>
          </p:cNvPr>
          <p:cNvPicPr/>
          <p:nvPr userDrawn="1"/>
        </p:nvPicPr>
        <p:blipFill>
          <a:blip r:embed="rId2"/>
          <a:srcRect/>
          <a:stretch/>
        </p:blipFill>
        <p:spPr>
          <a:xfrm>
            <a:off x="-1" y="1588"/>
            <a:ext cx="18288000" cy="10287000"/>
          </a:xfrm>
          <a:prstGeom prst="rect">
            <a:avLst/>
          </a:prstGeom>
        </p:spPr>
      </p:pic>
      <p:pic>
        <p:nvPicPr>
          <p:cNvPr id="20" name="9. Curve.png" descr="preencoded.png">
            <a:extLst>
              <a:ext uri="{FF2B5EF4-FFF2-40B4-BE49-F238E27FC236}">
                <a16:creationId xmlns:a16="http://schemas.microsoft.com/office/drawing/2014/main" id="{9C02A03E-436F-5CF4-4674-AEA16EDB3399}"/>
              </a:ext>
            </a:extLst>
          </p:cNvPr>
          <p:cNvPicPr/>
          <p:nvPr userDrawn="1"/>
        </p:nvPicPr>
        <p:blipFill>
          <a:blip r:embed="rId3" cstate="email">
            <a:extLst>
              <a:ext uri="{28A0092B-C50C-407E-A947-70E740481C1C}">
                <a14:useLocalDpi xmlns:a14="http://schemas.microsoft.com/office/drawing/2010/main"/>
              </a:ext>
            </a:extLst>
          </a:blip>
          <a:srcRect/>
          <a:stretch/>
        </p:blipFill>
        <p:spPr>
          <a:xfrm>
            <a:off x="5048250" y="1588"/>
            <a:ext cx="13239749" cy="10287000"/>
          </a:xfrm>
          <a:prstGeom prst="rect">
            <a:avLst/>
          </a:prstGeom>
        </p:spPr>
      </p:pic>
      <p:pic>
        <p:nvPicPr>
          <p:cNvPr id="9" name="Original_LOGO_black" descr="preencoded.png">
            <a:extLst>
              <a:ext uri="{FF2B5EF4-FFF2-40B4-BE49-F238E27FC236}">
                <a16:creationId xmlns:a16="http://schemas.microsoft.com/office/drawing/2014/main" id="{98722DD9-880B-F357-F603-753741D517AC}"/>
              </a:ext>
            </a:extLst>
          </p:cNvPr>
          <p:cNvPicPr/>
          <p:nvPr userDrawn="1"/>
        </p:nvPicPr>
        <p:blipFill>
          <a:blip r:embed="rId4" cstate="email">
            <a:extLst>
              <a:ext uri="{28A0092B-C50C-407E-A947-70E740481C1C}">
                <a14:useLocalDpi xmlns:a14="http://schemas.microsoft.com/office/drawing/2010/main"/>
              </a:ext>
            </a:extLst>
          </a:blip>
          <a:srcRect/>
          <a:stretch/>
        </p:blipFill>
        <p:spPr>
          <a:xfrm>
            <a:off x="571500" y="1003299"/>
            <a:ext cx="4476750" cy="828675"/>
          </a:xfrm>
          <a:prstGeom prst="rect">
            <a:avLst/>
          </a:prstGeom>
        </p:spPr>
      </p:pic>
      <p:cxnSp>
        <p:nvCxnSpPr>
          <p:cNvPr id="4" name="Straight Connector 3">
            <a:extLst>
              <a:ext uri="{FF2B5EF4-FFF2-40B4-BE49-F238E27FC236}">
                <a16:creationId xmlns:a16="http://schemas.microsoft.com/office/drawing/2014/main" id="{AF4AB463-5E86-DC9B-61C6-9CD416AEF717}"/>
              </a:ext>
            </a:extLst>
          </p:cNvPr>
          <p:cNvCxnSpPr/>
          <p:nvPr userDrawn="1"/>
        </p:nvCxnSpPr>
        <p:spPr>
          <a:xfrm>
            <a:off x="571500" y="561975"/>
            <a:ext cx="17234208"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 Placeholder 8">
            <a:extLst>
              <a:ext uri="{FF2B5EF4-FFF2-40B4-BE49-F238E27FC236}">
                <a16:creationId xmlns:a16="http://schemas.microsoft.com/office/drawing/2014/main" id="{1633F9F0-C4FE-B7AE-5628-1CD85D46F564}"/>
              </a:ext>
            </a:extLst>
          </p:cNvPr>
          <p:cNvSpPr>
            <a:spLocks noGrp="1"/>
          </p:cNvSpPr>
          <p:nvPr>
            <p:ph type="body" sz="quarter" idx="11" hasCustomPrompt="1"/>
          </p:nvPr>
        </p:nvSpPr>
        <p:spPr>
          <a:xfrm>
            <a:off x="15005359" y="1024898"/>
            <a:ext cx="2800350" cy="300000"/>
          </a:xfrm>
        </p:spPr>
        <p:txBody>
          <a:bodyPr>
            <a:normAutofit/>
          </a:bodyPr>
          <a:lstStyle>
            <a:lvl1pPr algn="r">
              <a:defRPr sz="1600">
                <a:solidFill>
                  <a:schemeClr val="bg1"/>
                </a:solidFill>
              </a:defRPr>
            </a:lvl1pPr>
            <a:lvl2pPr algn="r">
              <a:defRPr/>
            </a:lvl2pPr>
            <a:lvl3pPr algn="r">
              <a:defRPr/>
            </a:lvl3pPr>
            <a:lvl4pPr algn="r">
              <a:defRPr/>
            </a:lvl4pPr>
            <a:lvl5pPr algn="r">
              <a:defRPr/>
            </a:lvl5pPr>
          </a:lstStyle>
          <a:p>
            <a:pPr lvl="0"/>
            <a:r>
              <a:rPr lang="en-BG" dirty="0"/>
              <a:t>April 29, 2025</a:t>
            </a:r>
          </a:p>
        </p:txBody>
      </p:sp>
      <p:sp>
        <p:nvSpPr>
          <p:cNvPr id="12" name="Slide Number Placeholder 5">
            <a:extLst>
              <a:ext uri="{FF2B5EF4-FFF2-40B4-BE49-F238E27FC236}">
                <a16:creationId xmlns:a16="http://schemas.microsoft.com/office/drawing/2014/main" id="{84873E29-74D1-6EB0-E19B-3BC18384CD0F}"/>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13" name="Title 1">
            <a:extLst>
              <a:ext uri="{FF2B5EF4-FFF2-40B4-BE49-F238E27FC236}">
                <a16:creationId xmlns:a16="http://schemas.microsoft.com/office/drawing/2014/main" id="{181C5523-4736-F865-E202-6BDDA7B27CC3}"/>
              </a:ext>
            </a:extLst>
          </p:cNvPr>
          <p:cNvSpPr>
            <a:spLocks noGrp="1"/>
          </p:cNvSpPr>
          <p:nvPr>
            <p:ph type="ctrTitle" hasCustomPrompt="1"/>
          </p:nvPr>
        </p:nvSpPr>
        <p:spPr>
          <a:xfrm>
            <a:off x="433959" y="5361381"/>
            <a:ext cx="12083161" cy="1662932"/>
          </a:xfrm>
        </p:spPr>
        <p:txBody>
          <a:bodyPr anchor="t" anchorCtr="0">
            <a:normAutofit/>
          </a:bodyPr>
          <a:lstStyle>
            <a:lvl1pPr algn="l">
              <a:lnSpc>
                <a:spcPct val="80000"/>
              </a:lnSpc>
              <a:defRPr sz="14500" b="0" i="0">
                <a:solidFill>
                  <a:schemeClr val="bg1"/>
                </a:solidFill>
                <a:latin typeface="All Round Gothic Medium" panose="020B0603020202020104" pitchFamily="34" charset="77"/>
              </a:defRPr>
            </a:lvl1pPr>
          </a:lstStyle>
          <a:p>
            <a:r>
              <a:rPr lang="en-US" dirty="0"/>
              <a:t>Thank You</a:t>
            </a:r>
          </a:p>
        </p:txBody>
      </p:sp>
      <p:sp>
        <p:nvSpPr>
          <p:cNvPr id="16" name="Slide Number Placeholder 5">
            <a:extLst>
              <a:ext uri="{FF2B5EF4-FFF2-40B4-BE49-F238E27FC236}">
                <a16:creationId xmlns:a16="http://schemas.microsoft.com/office/drawing/2014/main" id="{A0B86B79-47A2-294F-E632-DCF42012AA2A}"/>
              </a:ext>
            </a:extLst>
          </p:cNvPr>
          <p:cNvSpPr txBox="1">
            <a:spLocks/>
          </p:cNvSpPr>
          <p:nvPr userDrawn="1"/>
        </p:nvSpPr>
        <p:spPr>
          <a:xfrm>
            <a:off x="16842443" y="9731458"/>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solidFill>
                  <a:schemeClr val="bg1"/>
                </a:solidFill>
                <a:latin typeface="Overused Grotesk" pitchFamily="2" charset="0"/>
              </a:rPr>
              <a:pPr/>
              <a:t>‹#›</a:t>
            </a:fld>
            <a:endParaRPr lang="en-BG" b="0" i="0" dirty="0">
              <a:solidFill>
                <a:schemeClr val="bg1"/>
              </a:solidFill>
              <a:latin typeface="Overused Grotesk" pitchFamily="2" charset="0"/>
            </a:endParaRPr>
          </a:p>
        </p:txBody>
      </p:sp>
      <p:sp>
        <p:nvSpPr>
          <p:cNvPr id="2" name="TextBox 1">
            <a:extLst>
              <a:ext uri="{FF2B5EF4-FFF2-40B4-BE49-F238E27FC236}">
                <a16:creationId xmlns:a16="http://schemas.microsoft.com/office/drawing/2014/main" id="{4BE3A860-147D-9135-A9F1-0249DE8C79AD}"/>
              </a:ext>
            </a:extLst>
          </p:cNvPr>
          <p:cNvSpPr txBox="1"/>
          <p:nvPr userDrawn="1"/>
        </p:nvSpPr>
        <p:spPr>
          <a:xfrm>
            <a:off x="339316" y="9810306"/>
            <a:ext cx="9144000" cy="246221"/>
          </a:xfrm>
          <a:prstGeom prst="rect">
            <a:avLst/>
          </a:prstGeom>
          <a:noFill/>
        </p:spPr>
        <p:txBody>
          <a:bodyPr wrap="square">
            <a:spAutoFit/>
          </a:bodyPr>
          <a:lstStyle/>
          <a:p>
            <a:r>
              <a:rPr lang="en-US" sz="1000" b="0" i="0" u="none" strike="noStrike" dirty="0">
                <a:solidFill>
                  <a:schemeClr val="bg1"/>
                </a:solidFill>
                <a:effectLst/>
                <a:latin typeface="Overused Grotesk" pitchFamily="2" charset="0"/>
              </a:rPr>
              <a:t>©2026 </a:t>
            </a:r>
            <a:r>
              <a:rPr lang="en-US" sz="1000" b="0" i="0" u="none" strike="noStrike" dirty="0" err="1">
                <a:solidFill>
                  <a:schemeClr val="bg1"/>
                </a:solidFill>
                <a:effectLst/>
                <a:latin typeface="Overused Grotesk" pitchFamily="2" charset="0"/>
              </a:rPr>
              <a:t>TeKnowledge</a:t>
            </a:r>
            <a:endParaRPr lang="en-BG" sz="1000" b="0" i="0" dirty="0">
              <a:solidFill>
                <a:schemeClr val="bg1"/>
              </a:solidFill>
              <a:latin typeface="Overused Grotesk" pitchFamily="2" charset="0"/>
            </a:endParaRPr>
          </a:p>
        </p:txBody>
      </p:sp>
    </p:spTree>
    <p:extLst>
      <p:ext uri="{BB962C8B-B14F-4D97-AF65-F5344CB8AC3E}">
        <p14:creationId xmlns:p14="http://schemas.microsoft.com/office/powerpoint/2010/main" val="218299139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84F0EED4-814B-853A-AA0A-7F6FD7FDCDA1}"/>
              </a:ext>
            </a:extLst>
          </p:cNvPr>
          <p:cNvSpPr>
            <a:spLocks noGrp="1"/>
          </p:cNvSpPr>
          <p:nvPr>
            <p:ph type="title"/>
          </p:nvPr>
        </p:nvSpPr>
        <p:spPr>
          <a:xfrm>
            <a:off x="571499" y="1284970"/>
            <a:ext cx="7810501" cy="720439"/>
          </a:xfrm>
          <a:prstGeom prst="rect">
            <a:avLst/>
          </a:prstGeom>
        </p:spPr>
        <p:txBody>
          <a:bodyPr vert="horz" lIns="91440" tIns="45720" rIns="91440" bIns="45720" rtlCol="0" anchor="t">
            <a:normAutofit/>
          </a:bodyPr>
          <a:lstStyle/>
          <a:p>
            <a:r>
              <a:rPr lang="en-GB" dirty="0"/>
              <a:t>Click to edit Master title style</a:t>
            </a:r>
            <a:endParaRPr lang="en-US" dirty="0"/>
          </a:p>
        </p:txBody>
      </p:sp>
      <p:sp>
        <p:nvSpPr>
          <p:cNvPr id="13" name="Text Placeholder 2">
            <a:extLst>
              <a:ext uri="{FF2B5EF4-FFF2-40B4-BE49-F238E27FC236}">
                <a16:creationId xmlns:a16="http://schemas.microsoft.com/office/drawing/2014/main" id="{1CDEFF5E-61DB-A12E-AE0A-F9EDE3780F26}"/>
              </a:ext>
            </a:extLst>
          </p:cNvPr>
          <p:cNvSpPr>
            <a:spLocks noGrp="1"/>
          </p:cNvSpPr>
          <p:nvPr>
            <p:ph type="body" idx="1"/>
          </p:nvPr>
        </p:nvSpPr>
        <p:spPr>
          <a:xfrm>
            <a:off x="9478963" y="1301877"/>
            <a:ext cx="7402650" cy="257739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Slide Number Placeholder 5">
            <a:extLst>
              <a:ext uri="{FF2B5EF4-FFF2-40B4-BE49-F238E27FC236}">
                <a16:creationId xmlns:a16="http://schemas.microsoft.com/office/drawing/2014/main" id="{41FEDDE5-D042-2377-FD6B-0B1EB989B8A8}"/>
              </a:ext>
            </a:extLst>
          </p:cNvPr>
          <p:cNvSpPr txBox="1">
            <a:spLocks/>
          </p:cNvSpPr>
          <p:nvPr userDrawn="1"/>
        </p:nvSpPr>
        <p:spPr>
          <a:xfrm>
            <a:off x="16842443" y="9736543"/>
            <a:ext cx="123683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F58D5F5-3A2D-FB42-B5DF-AFC0D04F8660}" type="slidenum">
              <a:rPr lang="en-BG" b="0" i="0" smtClean="0">
                <a:latin typeface="Overused Grotesk" pitchFamily="2" charset="0"/>
              </a:rPr>
              <a:pPr/>
              <a:t>‹#›</a:t>
            </a:fld>
            <a:endParaRPr lang="en-BG" b="0" i="0" dirty="0">
              <a:latin typeface="Overused Grotesk" pitchFamily="2" charset="0"/>
            </a:endParaRPr>
          </a:p>
        </p:txBody>
      </p:sp>
      <p:sp>
        <p:nvSpPr>
          <p:cNvPr id="17" name="Date Placeholder 3">
            <a:extLst>
              <a:ext uri="{FF2B5EF4-FFF2-40B4-BE49-F238E27FC236}">
                <a16:creationId xmlns:a16="http://schemas.microsoft.com/office/drawing/2014/main" id="{D5501444-A511-DFA0-F012-6F5A86AA6E22}"/>
              </a:ext>
            </a:extLst>
          </p:cNvPr>
          <p:cNvSpPr>
            <a:spLocks noGrp="1"/>
          </p:cNvSpPr>
          <p:nvPr>
            <p:ph type="dt" sz="half" idx="2"/>
          </p:nvPr>
        </p:nvSpPr>
        <p:spPr>
          <a:xfrm>
            <a:off x="12766813" y="534167"/>
            <a:ext cx="4114800" cy="547772"/>
          </a:xfrm>
          <a:prstGeom prst="rect">
            <a:avLst/>
          </a:prstGeom>
        </p:spPr>
        <p:txBody>
          <a:bodyPr/>
          <a:lstStyle>
            <a:lvl1pPr algn="r">
              <a:defRPr b="0" i="0">
                <a:latin typeface="Overused Grotesk" pitchFamily="2" charset="0"/>
              </a:defRPr>
            </a:lvl1pPr>
          </a:lstStyle>
          <a:p>
            <a:fld id="{BDE05C9F-E341-1646-AC1B-8B7BC67AB392}" type="datetimeFigureOut">
              <a:rPr lang="en-BG" smtClean="0"/>
              <a:pPr/>
              <a:t>07/16/2026</a:t>
            </a:fld>
            <a:endParaRPr lang="en-BG" dirty="0"/>
          </a:p>
        </p:txBody>
      </p:sp>
      <p:sp>
        <p:nvSpPr>
          <p:cNvPr id="18" name="Slide Number Placeholder 5">
            <a:extLst>
              <a:ext uri="{FF2B5EF4-FFF2-40B4-BE49-F238E27FC236}">
                <a16:creationId xmlns:a16="http://schemas.microsoft.com/office/drawing/2014/main" id="{685684C5-DB03-BC5B-B7DE-ADBF6A1760AD}"/>
              </a:ext>
            </a:extLst>
          </p:cNvPr>
          <p:cNvSpPr txBox="1">
            <a:spLocks/>
          </p:cNvSpPr>
          <p:nvPr userDrawn="1"/>
        </p:nvSpPr>
        <p:spPr>
          <a:xfrm>
            <a:off x="355679" y="9736542"/>
            <a:ext cx="3420109" cy="34295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000" b="0" i="0" dirty="0">
                <a:latin typeface="Overused Grotesk" pitchFamily="2" charset="0"/>
              </a:rPr>
              <a:t>©</a:t>
            </a:r>
            <a:r>
              <a:rPr lang="en-BG" sz="1000" b="0" i="0" dirty="0">
                <a:solidFill>
                  <a:schemeClr val="tx1"/>
                </a:solidFill>
                <a:latin typeface="Overused Grotesk" pitchFamily="2" charset="0"/>
              </a:rPr>
              <a:t>202</a:t>
            </a:r>
            <a:r>
              <a:rPr lang="en-US" sz="1000" b="0" i="0" dirty="0">
                <a:solidFill>
                  <a:schemeClr val="tx1"/>
                </a:solidFill>
                <a:latin typeface="Overused Grotesk" pitchFamily="2" charset="0"/>
              </a:rPr>
              <a:t>6 </a:t>
            </a:r>
            <a:r>
              <a:rPr lang="en-BG" sz="1000" b="0" i="0" dirty="0">
                <a:solidFill>
                  <a:schemeClr val="tx1"/>
                </a:solidFill>
                <a:latin typeface="Overused Grotesk" pitchFamily="2" charset="0"/>
              </a:rPr>
              <a:t>TeKnowledge</a:t>
            </a:r>
          </a:p>
        </p:txBody>
      </p:sp>
      <p:sp>
        <p:nvSpPr>
          <p:cNvPr id="3" name="TextBox 2">
            <a:extLst>
              <a:ext uri="{FF2B5EF4-FFF2-40B4-BE49-F238E27FC236}">
                <a16:creationId xmlns:a16="http://schemas.microsoft.com/office/drawing/2014/main" id="{8DD4E51C-044B-AC1D-A2B3-938C846EC6AF}"/>
              </a:ext>
            </a:extLst>
          </p:cNvPr>
          <p:cNvSpPr txBox="1"/>
          <p:nvPr userDrawn="1">
            <p:extLst>
              <p:ext uri="{1162E1C5-73C7-4A58-AE30-91384D911F3F}">
                <p184:classification xmlns:p184="http://schemas.microsoft.com/office/powerpoint/2018/4/main" val="ftr"/>
              </p:ext>
            </p:extLst>
          </p:nvPr>
        </p:nvSpPr>
        <p:spPr>
          <a:xfrm>
            <a:off x="16000413" y="10072688"/>
            <a:ext cx="2252662" cy="152400"/>
          </a:xfrm>
          <a:prstGeom prst="rect">
            <a:avLst/>
          </a:prstGeom>
        </p:spPr>
        <p:txBody>
          <a:bodyPr horzOverflow="overflow" lIns="0" tIns="0" rIns="0" bIns="0">
            <a:spAutoFit/>
          </a:bodyPr>
          <a:lstStyle/>
          <a:p>
            <a:pPr algn="l"/>
            <a:r>
              <a:rPr lang="en-BG" sz="1000">
                <a:solidFill>
                  <a:srgbClr val="000000">
                    <a:alpha val="50000"/>
                  </a:srgbClr>
                </a:solidFill>
                <a:latin typeface="Calibri" panose="020F0502020204030204" pitchFamily="34" charset="0"/>
                <a:cs typeface="Calibri" panose="020F0502020204030204" pitchFamily="34" charset="0"/>
              </a:rPr>
              <a:t>Sensitivity: COMMERCIALLY CONFIDENTIAL</a:t>
            </a:r>
          </a:p>
        </p:txBody>
      </p:sp>
    </p:spTree>
    <p:extLst>
      <p:ext uri="{BB962C8B-B14F-4D97-AF65-F5344CB8AC3E}">
        <p14:creationId xmlns:p14="http://schemas.microsoft.com/office/powerpoint/2010/main" val="2797634912"/>
      </p:ext>
    </p:extLst>
  </p:cSld>
  <p:clrMap bg1="lt1" tx1="dk1" bg2="lt2" tx2="dk2" accent1="accent1" accent2="accent2" accent3="accent3" accent4="accent4" accent5="accent5" accent6="accent6" hlink="hlink" folHlink="folHlink"/>
  <p:sldLayoutIdLst>
    <p:sldLayoutId id="2147483667" r:id="rId1"/>
    <p:sldLayoutId id="2147483663" r:id="rId2"/>
    <p:sldLayoutId id="2147483668" r:id="rId3"/>
    <p:sldLayoutId id="2147483666" r:id="rId4"/>
    <p:sldLayoutId id="2147483669" r:id="rId5"/>
    <p:sldLayoutId id="2147483670" r:id="rId6"/>
    <p:sldLayoutId id="2147483671" r:id="rId7"/>
    <p:sldLayoutId id="2147483665" r:id="rId8"/>
    <p:sldLayoutId id="2147483700" r:id="rId9"/>
    <p:sldLayoutId id="2147483698" r:id="rId10"/>
    <p:sldLayoutId id="2147483661" r:id="rId11"/>
    <p:sldLayoutId id="2147483664" r:id="rId12"/>
    <p:sldLayoutId id="2147483662" r:id="rId13"/>
    <p:sldLayoutId id="2147483702" r:id="rId14"/>
    <p:sldLayoutId id="2147483704" r:id="rId15"/>
    <p:sldLayoutId id="2147483708" r:id="rId16"/>
    <p:sldLayoutId id="2147483709" r:id="rId17"/>
    <p:sldLayoutId id="2147483699" r:id="rId18"/>
    <p:sldLayoutId id="2147483706" r:id="rId19"/>
    <p:sldLayoutId id="2147483705" r:id="rId20"/>
    <p:sldLayoutId id="2147483673" r:id="rId21"/>
    <p:sldLayoutId id="2147483672" r:id="rId22"/>
    <p:sldLayoutId id="2147483674" r:id="rId23"/>
    <p:sldLayoutId id="2147483703" r:id="rId24"/>
    <p:sldLayoutId id="2147483701" r:id="rId25"/>
    <p:sldLayoutId id="2147483697" r:id="rId26"/>
    <p:sldLayoutId id="2147483696" r:id="rId27"/>
    <p:sldLayoutId id="2147483695" r:id="rId28"/>
    <p:sldLayoutId id="2147483694" r:id="rId29"/>
    <p:sldLayoutId id="2147483693" r:id="rId30"/>
    <p:sldLayoutId id="2147483692" r:id="rId31"/>
    <p:sldLayoutId id="2147483690" r:id="rId32"/>
    <p:sldLayoutId id="2147483691" r:id="rId33"/>
    <p:sldLayoutId id="2147483689" r:id="rId34"/>
    <p:sldLayoutId id="2147483707" r:id="rId35"/>
    <p:sldLayoutId id="2147483686" r:id="rId36"/>
    <p:sldLayoutId id="2147483688" r:id="rId37"/>
    <p:sldLayoutId id="2147483687" r:id="rId38"/>
    <p:sldLayoutId id="2147483685" r:id="rId39"/>
    <p:sldLayoutId id="2147483681" r:id="rId40"/>
    <p:sldLayoutId id="2147483682" r:id="rId41"/>
    <p:sldLayoutId id="2147483678" r:id="rId42"/>
    <p:sldLayoutId id="2147483680" r:id="rId43"/>
    <p:sldLayoutId id="2147483683" r:id="rId44"/>
    <p:sldLayoutId id="2147483684" r:id="rId45"/>
    <p:sldLayoutId id="2147483679" r:id="rId46"/>
    <p:sldLayoutId id="2147483675" r:id="rId47"/>
    <p:sldLayoutId id="2147483712" r:id="rId48"/>
    <p:sldLayoutId id="2147483676" r:id="rId49"/>
    <p:sldLayoutId id="2147483677" r:id="rId50"/>
  </p:sldLayoutIdLst>
  <p:txStyles>
    <p:titleStyle>
      <a:lvl1pPr algn="l" defTabSz="1371600" rtl="0" eaLnBrk="1" latinLnBrk="0" hangingPunct="1">
        <a:lnSpc>
          <a:spcPct val="90000"/>
        </a:lnSpc>
        <a:spcBef>
          <a:spcPct val="0"/>
        </a:spcBef>
        <a:buNone/>
        <a:defRPr sz="3600" b="0" i="0" kern="1200">
          <a:solidFill>
            <a:schemeClr val="tx1"/>
          </a:solidFill>
          <a:latin typeface="All Round Gothic Medium" panose="020B0603020202020104" pitchFamily="34" charset="77"/>
          <a:ea typeface="+mj-ea"/>
          <a:cs typeface="+mj-cs"/>
        </a:defRPr>
      </a:lvl1pPr>
    </p:titleStyle>
    <p:bodyStyle>
      <a:lvl1pPr marL="0" indent="0" algn="l" defTabSz="1371600" rtl="0" eaLnBrk="1" latinLnBrk="0" hangingPunct="1">
        <a:lnSpc>
          <a:spcPct val="90000"/>
        </a:lnSpc>
        <a:spcBef>
          <a:spcPts val="1500"/>
        </a:spcBef>
        <a:buFont typeface="Arial" panose="020B0604020202020204" pitchFamily="34" charset="0"/>
        <a:buNone/>
        <a:defRPr sz="2000" b="0" i="0" kern="1200">
          <a:solidFill>
            <a:schemeClr val="tx1"/>
          </a:solidFill>
          <a:latin typeface="Overused Grotesk" pitchFamily="2" charset="0"/>
          <a:ea typeface="+mn-ea"/>
          <a:cs typeface="+mn-cs"/>
        </a:defRPr>
      </a:lvl1pPr>
      <a:lvl2pPr marL="0" indent="-198900" algn="l" defTabSz="1371600" rtl="0" eaLnBrk="1" latinLnBrk="0" hangingPunct="1">
        <a:lnSpc>
          <a:spcPct val="90000"/>
        </a:lnSpc>
        <a:spcBef>
          <a:spcPts val="750"/>
        </a:spcBef>
        <a:buClr>
          <a:schemeClr val="accent1"/>
        </a:buClr>
        <a:buFont typeface="Arial" panose="020B0604020202020204" pitchFamily="34" charset="0"/>
        <a:buChar char="•"/>
        <a:defRPr sz="2000" b="0" i="0" kern="1200">
          <a:solidFill>
            <a:schemeClr val="tx1"/>
          </a:solidFill>
          <a:latin typeface="Overused Grotesk" pitchFamily="2" charset="0"/>
          <a:ea typeface="+mn-ea"/>
          <a:cs typeface="+mn-cs"/>
        </a:defRPr>
      </a:lvl2pPr>
      <a:lvl3pPr marL="684000" indent="-198900" algn="l" defTabSz="1371600" rtl="0" eaLnBrk="1" latinLnBrk="0" hangingPunct="1">
        <a:lnSpc>
          <a:spcPct val="90000"/>
        </a:lnSpc>
        <a:spcBef>
          <a:spcPts val="750"/>
        </a:spcBef>
        <a:buClr>
          <a:schemeClr val="accent4"/>
        </a:buClr>
        <a:buFont typeface="Arial" panose="020B0604020202020204" pitchFamily="34" charset="0"/>
        <a:buChar char="•"/>
        <a:defRPr sz="2000" b="0" i="0" kern="1200">
          <a:solidFill>
            <a:schemeClr val="tx1"/>
          </a:solidFill>
          <a:latin typeface="Overused Grotesk" pitchFamily="2" charset="0"/>
          <a:ea typeface="+mn-ea"/>
          <a:cs typeface="+mn-cs"/>
        </a:defRPr>
      </a:lvl3pPr>
      <a:lvl4pPr marL="1044000" indent="-198900" algn="l" defTabSz="1371600" rtl="0" eaLnBrk="1" latinLnBrk="0" hangingPunct="1">
        <a:lnSpc>
          <a:spcPct val="90000"/>
        </a:lnSpc>
        <a:spcBef>
          <a:spcPts val="750"/>
        </a:spcBef>
        <a:buClr>
          <a:schemeClr val="accent3"/>
        </a:buClr>
        <a:buFont typeface="Arial" panose="020B0604020202020204" pitchFamily="34" charset="0"/>
        <a:buChar char="•"/>
        <a:defRPr sz="2000" b="0" i="0" kern="1200">
          <a:solidFill>
            <a:schemeClr val="tx1"/>
          </a:solidFill>
          <a:latin typeface="Overused Grotesk" pitchFamily="2" charset="0"/>
          <a:ea typeface="+mn-ea"/>
          <a:cs typeface="+mn-cs"/>
        </a:defRPr>
      </a:lvl4pPr>
      <a:lvl5pPr marL="1404000" indent="-198900" algn="l" defTabSz="1371600" rtl="0" eaLnBrk="1" latinLnBrk="0" hangingPunct="1">
        <a:lnSpc>
          <a:spcPct val="90000"/>
        </a:lnSpc>
        <a:spcBef>
          <a:spcPts val="750"/>
        </a:spcBef>
        <a:buClr>
          <a:schemeClr val="accent2"/>
        </a:buClr>
        <a:buFont typeface="Arial" panose="020B0604020202020204" pitchFamily="34" charset="0"/>
        <a:buChar char="•"/>
        <a:defRPr sz="2000" b="0" i="0" kern="1200">
          <a:solidFill>
            <a:schemeClr val="tx1"/>
          </a:solidFill>
          <a:latin typeface="Overused Grotesk" pitchFamily="2" charset="0"/>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FD6F-F500-382D-2D41-EEB6EB9AADB8}"/>
              </a:ext>
            </a:extLst>
          </p:cNvPr>
          <p:cNvSpPr>
            <a:spLocks noGrp="1"/>
          </p:cNvSpPr>
          <p:nvPr>
            <p:ph type="ctrTitle"/>
          </p:nvPr>
        </p:nvSpPr>
        <p:spPr>
          <a:xfrm>
            <a:off x="1748459" y="4218380"/>
            <a:ext cx="14466901" cy="3491429"/>
          </a:xfrm>
        </p:spPr>
        <p:txBody>
          <a:bodyPr>
            <a:normAutofit/>
          </a:bodyPr>
          <a:lstStyle/>
          <a:p>
            <a:r>
              <a:rPr lang="en-US" sz="11500" dirty="0"/>
              <a:t>Microsoft Defender XDR</a:t>
            </a:r>
            <a:endParaRPr lang="en-BG" sz="11500" dirty="0"/>
          </a:p>
        </p:txBody>
      </p:sp>
      <p:sp>
        <p:nvSpPr>
          <p:cNvPr id="3" name="Subtitle 2">
            <a:extLst>
              <a:ext uri="{FF2B5EF4-FFF2-40B4-BE49-F238E27FC236}">
                <a16:creationId xmlns:a16="http://schemas.microsoft.com/office/drawing/2014/main" id="{451EC04A-F68A-B3F2-F0CB-EDC731DD86AA}"/>
              </a:ext>
            </a:extLst>
          </p:cNvPr>
          <p:cNvSpPr>
            <a:spLocks noGrp="1"/>
          </p:cNvSpPr>
          <p:nvPr>
            <p:ph type="subTitle" idx="1"/>
          </p:nvPr>
        </p:nvSpPr>
        <p:spPr>
          <a:xfrm>
            <a:off x="1607820" y="3235568"/>
            <a:ext cx="6836229" cy="692475"/>
          </a:xfrm>
        </p:spPr>
        <p:txBody>
          <a:bodyPr>
            <a:normAutofit/>
          </a:bodyPr>
          <a:lstStyle/>
          <a:p>
            <a:r>
              <a:rPr lang="en-US" dirty="0"/>
              <a:t>INTRODUCING</a:t>
            </a:r>
            <a:endParaRPr lang="en-BG" dirty="0"/>
          </a:p>
        </p:txBody>
      </p:sp>
    </p:spTree>
    <p:extLst>
      <p:ext uri="{BB962C8B-B14F-4D97-AF65-F5344CB8AC3E}">
        <p14:creationId xmlns:p14="http://schemas.microsoft.com/office/powerpoint/2010/main" val="1643082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1C95065-20AD-E5B5-EE59-BB3C37A9263D}"/>
              </a:ext>
            </a:extLst>
          </p:cNvPr>
          <p:cNvSpPr>
            <a:spLocks noGrp="1"/>
          </p:cNvSpPr>
          <p:nvPr>
            <p:ph type="subTitle" idx="1"/>
          </p:nvPr>
        </p:nvSpPr>
        <p:spPr>
          <a:xfrm>
            <a:off x="1606730" y="2013577"/>
            <a:ext cx="6836229" cy="692475"/>
          </a:xfrm>
        </p:spPr>
        <p:txBody>
          <a:bodyPr/>
          <a:lstStyle/>
          <a:p>
            <a:r>
              <a:rPr lang="en-US" dirty="0"/>
              <a:t>Microsoft Defender XDR:</a:t>
            </a:r>
            <a:endParaRPr lang="en-BG" dirty="0"/>
          </a:p>
        </p:txBody>
      </p:sp>
      <p:sp>
        <p:nvSpPr>
          <p:cNvPr id="8" name="Subtitle 2">
            <a:extLst>
              <a:ext uri="{FF2B5EF4-FFF2-40B4-BE49-F238E27FC236}">
                <a16:creationId xmlns:a16="http://schemas.microsoft.com/office/drawing/2014/main" id="{A289F448-9EE7-4044-A181-F874237A02BA}"/>
              </a:ext>
            </a:extLst>
          </p:cNvPr>
          <p:cNvSpPr txBox="1">
            <a:spLocks/>
          </p:cNvSpPr>
          <p:nvPr/>
        </p:nvSpPr>
        <p:spPr>
          <a:xfrm>
            <a:off x="2658290" y="2706052"/>
            <a:ext cx="13328470" cy="1942148"/>
          </a:xfrm>
          <a:prstGeom prst="rect">
            <a:avLst/>
          </a:prstGeom>
        </p:spPr>
        <p:txBody>
          <a:bodyPr vert="horz" lIns="91440" tIns="45720" rIns="91440" bIns="45720" rtlCol="0">
            <a:normAutofit/>
          </a:bodyPr>
          <a:lstStyle>
            <a:lvl1pPr marL="0" indent="0" algn="l" defTabSz="1371600" rtl="0" eaLnBrk="1" latinLnBrk="0" hangingPunct="1">
              <a:lnSpc>
                <a:spcPct val="90000"/>
              </a:lnSpc>
              <a:spcBef>
                <a:spcPts val="1500"/>
              </a:spcBef>
              <a:buFont typeface="Arial" panose="020B0604020202020204" pitchFamily="34" charset="0"/>
              <a:buNone/>
              <a:defRPr sz="2800" b="0" i="0" kern="1200">
                <a:solidFill>
                  <a:schemeClr val="accent1"/>
                </a:solidFill>
                <a:latin typeface="Overused Grotesk" pitchFamily="2" charset="0"/>
                <a:ea typeface="+mn-ea"/>
                <a:cs typeface="+mn-cs"/>
              </a:defRPr>
            </a:lvl1pPr>
            <a:lvl2pPr marL="685800" indent="0" algn="ctr" defTabSz="1371600" rtl="0" eaLnBrk="1" latinLnBrk="0" hangingPunct="1">
              <a:lnSpc>
                <a:spcPct val="90000"/>
              </a:lnSpc>
              <a:spcBef>
                <a:spcPts val="750"/>
              </a:spcBef>
              <a:buClr>
                <a:schemeClr val="accent1"/>
              </a:buClr>
              <a:buFont typeface="Arial" panose="020B0604020202020204" pitchFamily="34" charset="0"/>
              <a:buNone/>
              <a:defRPr sz="3000" b="0" i="0" kern="1200">
                <a:solidFill>
                  <a:schemeClr val="tx1"/>
                </a:solidFill>
                <a:latin typeface="Overused Grotesk" pitchFamily="2" charset="0"/>
                <a:ea typeface="+mn-ea"/>
                <a:cs typeface="+mn-cs"/>
              </a:defRPr>
            </a:lvl2pPr>
            <a:lvl3pPr marL="1371600" indent="0" algn="ctr" defTabSz="1371600" rtl="0" eaLnBrk="1" latinLnBrk="0" hangingPunct="1">
              <a:lnSpc>
                <a:spcPct val="90000"/>
              </a:lnSpc>
              <a:spcBef>
                <a:spcPts val="750"/>
              </a:spcBef>
              <a:buClr>
                <a:schemeClr val="accent4"/>
              </a:buClr>
              <a:buFont typeface="Arial" panose="020B0604020202020204" pitchFamily="34" charset="0"/>
              <a:buNone/>
              <a:defRPr sz="2700" b="0" i="0" kern="1200">
                <a:solidFill>
                  <a:schemeClr val="tx1"/>
                </a:solidFill>
                <a:latin typeface="Overused Grotesk" pitchFamily="2" charset="0"/>
                <a:ea typeface="+mn-ea"/>
                <a:cs typeface="+mn-cs"/>
              </a:defRPr>
            </a:lvl3pPr>
            <a:lvl4pPr marL="2057400" indent="0" algn="ctr" defTabSz="1371600" rtl="0" eaLnBrk="1" latinLnBrk="0" hangingPunct="1">
              <a:lnSpc>
                <a:spcPct val="90000"/>
              </a:lnSpc>
              <a:spcBef>
                <a:spcPts val="750"/>
              </a:spcBef>
              <a:buClr>
                <a:schemeClr val="accent3"/>
              </a:buClr>
              <a:buFont typeface="Arial" panose="020B0604020202020204" pitchFamily="34" charset="0"/>
              <a:buNone/>
              <a:defRPr sz="2400" b="0" i="0" kern="1200">
                <a:solidFill>
                  <a:schemeClr val="tx1"/>
                </a:solidFill>
                <a:latin typeface="Overused Grotesk" pitchFamily="2" charset="0"/>
                <a:ea typeface="+mn-ea"/>
                <a:cs typeface="+mn-cs"/>
              </a:defRPr>
            </a:lvl4pPr>
            <a:lvl5pPr marL="2743200" indent="0" algn="ctr" defTabSz="1371600" rtl="0" eaLnBrk="1" latinLnBrk="0" hangingPunct="1">
              <a:lnSpc>
                <a:spcPct val="90000"/>
              </a:lnSpc>
              <a:spcBef>
                <a:spcPts val="750"/>
              </a:spcBef>
              <a:buClr>
                <a:schemeClr val="accent2"/>
              </a:buClr>
              <a:buFont typeface="Arial" panose="020B0604020202020204" pitchFamily="34" charset="0"/>
              <a:buNone/>
              <a:defRPr sz="2400" b="0" i="0" kern="1200">
                <a:solidFill>
                  <a:schemeClr val="tx1"/>
                </a:solidFill>
                <a:latin typeface="Overused Grotesk" pitchFamily="2" charset="0"/>
                <a:ea typeface="+mn-ea"/>
                <a:cs typeface="+mn-cs"/>
              </a:defRPr>
            </a:lvl5pPr>
            <a:lvl6pPr marL="34290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6pPr>
            <a:lvl7pPr marL="41148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7pPr>
            <a:lvl8pPr marL="48006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8pPr>
            <a:lvl9pPr marL="54864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9pPr>
          </a:lstStyle>
          <a:p>
            <a:r>
              <a:rPr lang="en-US"/>
              <a:t>Microsoft Defender is a unified experience where you can monitor and manage security across your enterprise. With the integrated alerts across identities, endpoints, data, apps, email, and collaboration tools - investigating and responding to threats now happen in a central location.</a:t>
            </a:r>
            <a:endParaRPr lang="en-BG" dirty="0"/>
          </a:p>
        </p:txBody>
      </p:sp>
      <p:sp>
        <p:nvSpPr>
          <p:cNvPr id="9" name="Subtitle 2">
            <a:extLst>
              <a:ext uri="{FF2B5EF4-FFF2-40B4-BE49-F238E27FC236}">
                <a16:creationId xmlns:a16="http://schemas.microsoft.com/office/drawing/2014/main" id="{0736C3F3-1764-44E5-8087-771F56505773}"/>
              </a:ext>
            </a:extLst>
          </p:cNvPr>
          <p:cNvSpPr txBox="1">
            <a:spLocks/>
          </p:cNvSpPr>
          <p:nvPr/>
        </p:nvSpPr>
        <p:spPr>
          <a:xfrm>
            <a:off x="2658290" y="4648200"/>
            <a:ext cx="13328470" cy="4289108"/>
          </a:xfrm>
          <a:prstGeom prst="rect">
            <a:avLst/>
          </a:prstGeom>
        </p:spPr>
        <p:txBody>
          <a:bodyPr vert="horz" lIns="91440" tIns="45720" rIns="91440" bIns="45720" rtlCol="0">
            <a:normAutofit/>
          </a:bodyPr>
          <a:lstStyle>
            <a:lvl1pPr marL="0" indent="0" algn="l" defTabSz="1371600" rtl="0" eaLnBrk="1" latinLnBrk="0" hangingPunct="1">
              <a:lnSpc>
                <a:spcPct val="90000"/>
              </a:lnSpc>
              <a:spcBef>
                <a:spcPts val="1500"/>
              </a:spcBef>
              <a:buFont typeface="Arial" panose="020B0604020202020204" pitchFamily="34" charset="0"/>
              <a:buNone/>
              <a:defRPr sz="2800" b="0" i="0" kern="1200">
                <a:solidFill>
                  <a:schemeClr val="accent1"/>
                </a:solidFill>
                <a:latin typeface="Overused Grotesk" pitchFamily="2" charset="0"/>
                <a:ea typeface="+mn-ea"/>
                <a:cs typeface="+mn-cs"/>
              </a:defRPr>
            </a:lvl1pPr>
            <a:lvl2pPr marL="685800" indent="0" algn="ctr" defTabSz="1371600" rtl="0" eaLnBrk="1" latinLnBrk="0" hangingPunct="1">
              <a:lnSpc>
                <a:spcPct val="90000"/>
              </a:lnSpc>
              <a:spcBef>
                <a:spcPts val="750"/>
              </a:spcBef>
              <a:buClr>
                <a:schemeClr val="accent1"/>
              </a:buClr>
              <a:buFont typeface="Arial" panose="020B0604020202020204" pitchFamily="34" charset="0"/>
              <a:buNone/>
              <a:defRPr sz="3000" b="0" i="0" kern="1200">
                <a:solidFill>
                  <a:schemeClr val="tx1"/>
                </a:solidFill>
                <a:latin typeface="Overused Grotesk" pitchFamily="2" charset="0"/>
                <a:ea typeface="+mn-ea"/>
                <a:cs typeface="+mn-cs"/>
              </a:defRPr>
            </a:lvl2pPr>
            <a:lvl3pPr marL="1371600" indent="0" algn="ctr" defTabSz="1371600" rtl="0" eaLnBrk="1" latinLnBrk="0" hangingPunct="1">
              <a:lnSpc>
                <a:spcPct val="90000"/>
              </a:lnSpc>
              <a:spcBef>
                <a:spcPts val="750"/>
              </a:spcBef>
              <a:buClr>
                <a:schemeClr val="accent4"/>
              </a:buClr>
              <a:buFont typeface="Arial" panose="020B0604020202020204" pitchFamily="34" charset="0"/>
              <a:buNone/>
              <a:defRPr sz="2700" b="0" i="0" kern="1200">
                <a:solidFill>
                  <a:schemeClr val="tx1"/>
                </a:solidFill>
                <a:latin typeface="Overused Grotesk" pitchFamily="2" charset="0"/>
                <a:ea typeface="+mn-ea"/>
                <a:cs typeface="+mn-cs"/>
              </a:defRPr>
            </a:lvl3pPr>
            <a:lvl4pPr marL="2057400" indent="0" algn="ctr" defTabSz="1371600" rtl="0" eaLnBrk="1" latinLnBrk="0" hangingPunct="1">
              <a:lnSpc>
                <a:spcPct val="90000"/>
              </a:lnSpc>
              <a:spcBef>
                <a:spcPts val="750"/>
              </a:spcBef>
              <a:buClr>
                <a:schemeClr val="accent3"/>
              </a:buClr>
              <a:buFont typeface="Arial" panose="020B0604020202020204" pitchFamily="34" charset="0"/>
              <a:buNone/>
              <a:defRPr sz="2400" b="0" i="0" kern="1200">
                <a:solidFill>
                  <a:schemeClr val="tx1"/>
                </a:solidFill>
                <a:latin typeface="Overused Grotesk" pitchFamily="2" charset="0"/>
                <a:ea typeface="+mn-ea"/>
                <a:cs typeface="+mn-cs"/>
              </a:defRPr>
            </a:lvl4pPr>
            <a:lvl5pPr marL="2743200" indent="0" algn="ctr" defTabSz="1371600" rtl="0" eaLnBrk="1" latinLnBrk="0" hangingPunct="1">
              <a:lnSpc>
                <a:spcPct val="90000"/>
              </a:lnSpc>
              <a:spcBef>
                <a:spcPts val="750"/>
              </a:spcBef>
              <a:buClr>
                <a:schemeClr val="accent2"/>
              </a:buClr>
              <a:buFont typeface="Arial" panose="020B0604020202020204" pitchFamily="34" charset="0"/>
              <a:buNone/>
              <a:defRPr sz="2400" b="0" i="0" kern="1200">
                <a:solidFill>
                  <a:schemeClr val="tx1"/>
                </a:solidFill>
                <a:latin typeface="Overused Grotesk" pitchFamily="2" charset="0"/>
                <a:ea typeface="+mn-ea"/>
                <a:cs typeface="+mn-cs"/>
              </a:defRPr>
            </a:lvl5pPr>
            <a:lvl6pPr marL="34290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6pPr>
            <a:lvl7pPr marL="41148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7pPr>
            <a:lvl8pPr marL="48006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8pPr>
            <a:lvl9pPr marL="54864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9pPr>
          </a:lstStyle>
          <a:p>
            <a:r>
              <a:rPr lang="en-US" dirty="0"/>
              <a:t>Microsoft Defender is a unified security platform which Provides threat protection, detection, and response across:</a:t>
            </a:r>
          </a:p>
          <a:p>
            <a:pPr marL="457200" indent="-457200">
              <a:buFont typeface="Wingdings" panose="05000000000000000000" pitchFamily="2" charset="2"/>
              <a:buChar char="Ø"/>
            </a:pPr>
            <a:r>
              <a:rPr lang="en-US" dirty="0"/>
              <a:t>	Endpoints</a:t>
            </a:r>
          </a:p>
          <a:p>
            <a:pPr marL="457200" indent="-457200">
              <a:buFont typeface="Wingdings" panose="05000000000000000000" pitchFamily="2" charset="2"/>
              <a:buChar char="Ø"/>
            </a:pPr>
            <a:r>
              <a:rPr lang="en-US" dirty="0"/>
              <a:t>	Identities</a:t>
            </a:r>
          </a:p>
          <a:p>
            <a:pPr marL="457200" indent="-457200">
              <a:buFont typeface="Wingdings" panose="05000000000000000000" pitchFamily="2" charset="2"/>
              <a:buChar char="Ø"/>
            </a:pPr>
            <a:r>
              <a:rPr lang="en-US" dirty="0"/>
              <a:t>	Email &amp; collaboration</a:t>
            </a:r>
          </a:p>
          <a:p>
            <a:pPr marL="457200" indent="-457200">
              <a:buFont typeface="Wingdings" panose="05000000000000000000" pitchFamily="2" charset="2"/>
              <a:buChar char="Ø"/>
            </a:pPr>
            <a:r>
              <a:rPr lang="en-US" dirty="0"/>
              <a:t>	Cloud apps</a:t>
            </a:r>
          </a:p>
          <a:p>
            <a:pPr marL="457200" indent="-457200">
              <a:buFont typeface="Wingdings" panose="05000000000000000000" pitchFamily="2" charset="2"/>
              <a:buChar char="Ø"/>
            </a:pPr>
            <a:r>
              <a:rPr lang="en-US" dirty="0"/>
              <a:t>	Cloud workloads</a:t>
            </a:r>
            <a:endParaRPr lang="en-BG" dirty="0"/>
          </a:p>
        </p:txBody>
      </p:sp>
    </p:spTree>
    <p:extLst>
      <p:ext uri="{BB962C8B-B14F-4D97-AF65-F5344CB8AC3E}">
        <p14:creationId xmlns:p14="http://schemas.microsoft.com/office/powerpoint/2010/main" val="332548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1C95065-20AD-E5B5-EE59-BB3C37A9263D}"/>
              </a:ext>
            </a:extLst>
          </p:cNvPr>
          <p:cNvSpPr>
            <a:spLocks noGrp="1"/>
          </p:cNvSpPr>
          <p:nvPr>
            <p:ph type="subTitle" idx="1"/>
          </p:nvPr>
        </p:nvSpPr>
        <p:spPr>
          <a:xfrm>
            <a:off x="1606730" y="2013577"/>
            <a:ext cx="6836229" cy="692475"/>
          </a:xfrm>
        </p:spPr>
        <p:txBody>
          <a:bodyPr/>
          <a:lstStyle/>
          <a:p>
            <a:r>
              <a:rPr lang="en-US" dirty="0"/>
              <a:t>Microsoft Defender XDR Suites</a:t>
            </a:r>
            <a:endParaRPr lang="en-BG" dirty="0"/>
          </a:p>
        </p:txBody>
      </p:sp>
      <p:sp>
        <p:nvSpPr>
          <p:cNvPr id="8" name="Subtitle 2">
            <a:extLst>
              <a:ext uri="{FF2B5EF4-FFF2-40B4-BE49-F238E27FC236}">
                <a16:creationId xmlns:a16="http://schemas.microsoft.com/office/drawing/2014/main" id="{A289F448-9EE7-4044-A181-F874237A02BA}"/>
              </a:ext>
            </a:extLst>
          </p:cNvPr>
          <p:cNvSpPr txBox="1">
            <a:spLocks/>
          </p:cNvSpPr>
          <p:nvPr/>
        </p:nvSpPr>
        <p:spPr>
          <a:xfrm>
            <a:off x="2688770" y="3224211"/>
            <a:ext cx="13130350" cy="5157789"/>
          </a:xfrm>
          <a:prstGeom prst="rect">
            <a:avLst/>
          </a:prstGeom>
        </p:spPr>
        <p:txBody>
          <a:bodyPr vert="horz" lIns="91440" tIns="45720" rIns="91440" bIns="45720" rtlCol="0">
            <a:normAutofit/>
          </a:bodyPr>
          <a:lstStyle>
            <a:lvl1pPr marL="0" indent="0" algn="l" defTabSz="1371600" rtl="0" eaLnBrk="1" latinLnBrk="0" hangingPunct="1">
              <a:lnSpc>
                <a:spcPct val="90000"/>
              </a:lnSpc>
              <a:spcBef>
                <a:spcPts val="1500"/>
              </a:spcBef>
              <a:buFont typeface="Arial" panose="020B0604020202020204" pitchFamily="34" charset="0"/>
              <a:buNone/>
              <a:defRPr sz="2800" b="0" i="0" kern="1200">
                <a:solidFill>
                  <a:schemeClr val="accent1"/>
                </a:solidFill>
                <a:latin typeface="Overused Grotesk" pitchFamily="2" charset="0"/>
                <a:ea typeface="+mn-ea"/>
                <a:cs typeface="+mn-cs"/>
              </a:defRPr>
            </a:lvl1pPr>
            <a:lvl2pPr marL="685800" indent="0" algn="ctr" defTabSz="1371600" rtl="0" eaLnBrk="1" latinLnBrk="0" hangingPunct="1">
              <a:lnSpc>
                <a:spcPct val="90000"/>
              </a:lnSpc>
              <a:spcBef>
                <a:spcPts val="750"/>
              </a:spcBef>
              <a:buClr>
                <a:schemeClr val="accent1"/>
              </a:buClr>
              <a:buFont typeface="Arial" panose="020B0604020202020204" pitchFamily="34" charset="0"/>
              <a:buNone/>
              <a:defRPr sz="3000" b="0" i="0" kern="1200">
                <a:solidFill>
                  <a:schemeClr val="tx1"/>
                </a:solidFill>
                <a:latin typeface="Overused Grotesk" pitchFamily="2" charset="0"/>
                <a:ea typeface="+mn-ea"/>
                <a:cs typeface="+mn-cs"/>
              </a:defRPr>
            </a:lvl2pPr>
            <a:lvl3pPr marL="1371600" indent="0" algn="ctr" defTabSz="1371600" rtl="0" eaLnBrk="1" latinLnBrk="0" hangingPunct="1">
              <a:lnSpc>
                <a:spcPct val="90000"/>
              </a:lnSpc>
              <a:spcBef>
                <a:spcPts val="750"/>
              </a:spcBef>
              <a:buClr>
                <a:schemeClr val="accent4"/>
              </a:buClr>
              <a:buFont typeface="Arial" panose="020B0604020202020204" pitchFamily="34" charset="0"/>
              <a:buNone/>
              <a:defRPr sz="2700" b="0" i="0" kern="1200">
                <a:solidFill>
                  <a:schemeClr val="tx1"/>
                </a:solidFill>
                <a:latin typeface="Overused Grotesk" pitchFamily="2" charset="0"/>
                <a:ea typeface="+mn-ea"/>
                <a:cs typeface="+mn-cs"/>
              </a:defRPr>
            </a:lvl3pPr>
            <a:lvl4pPr marL="2057400" indent="0" algn="ctr" defTabSz="1371600" rtl="0" eaLnBrk="1" latinLnBrk="0" hangingPunct="1">
              <a:lnSpc>
                <a:spcPct val="90000"/>
              </a:lnSpc>
              <a:spcBef>
                <a:spcPts val="750"/>
              </a:spcBef>
              <a:buClr>
                <a:schemeClr val="accent3"/>
              </a:buClr>
              <a:buFont typeface="Arial" panose="020B0604020202020204" pitchFamily="34" charset="0"/>
              <a:buNone/>
              <a:defRPr sz="2400" b="0" i="0" kern="1200">
                <a:solidFill>
                  <a:schemeClr val="tx1"/>
                </a:solidFill>
                <a:latin typeface="Overused Grotesk" pitchFamily="2" charset="0"/>
                <a:ea typeface="+mn-ea"/>
                <a:cs typeface="+mn-cs"/>
              </a:defRPr>
            </a:lvl4pPr>
            <a:lvl5pPr marL="2743200" indent="0" algn="ctr" defTabSz="1371600" rtl="0" eaLnBrk="1" latinLnBrk="0" hangingPunct="1">
              <a:lnSpc>
                <a:spcPct val="90000"/>
              </a:lnSpc>
              <a:spcBef>
                <a:spcPts val="750"/>
              </a:spcBef>
              <a:buClr>
                <a:schemeClr val="accent2"/>
              </a:buClr>
              <a:buFont typeface="Arial" panose="020B0604020202020204" pitchFamily="34" charset="0"/>
              <a:buNone/>
              <a:defRPr sz="2400" b="0" i="0" kern="1200">
                <a:solidFill>
                  <a:schemeClr val="tx1"/>
                </a:solidFill>
                <a:latin typeface="Overused Grotesk" pitchFamily="2" charset="0"/>
                <a:ea typeface="+mn-ea"/>
                <a:cs typeface="+mn-cs"/>
              </a:defRPr>
            </a:lvl5pPr>
            <a:lvl6pPr marL="34290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6pPr>
            <a:lvl7pPr marL="41148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7pPr>
            <a:lvl8pPr marL="48006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8pPr>
            <a:lvl9pPr marL="54864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9pPr>
          </a:lstStyle>
          <a:p>
            <a:pPr marL="457200" indent="-457200">
              <a:buFont typeface="Wingdings" panose="05000000000000000000" pitchFamily="2" charset="2"/>
              <a:buChar char="Ø"/>
            </a:pPr>
            <a:r>
              <a:rPr lang="en-US" dirty="0"/>
              <a:t>Defender for Endpoint	Devices (Windows, macOS, Linux)</a:t>
            </a:r>
          </a:p>
          <a:p>
            <a:pPr marL="457200" indent="-457200">
              <a:buFont typeface="Wingdings" panose="05000000000000000000" pitchFamily="2" charset="2"/>
              <a:buChar char="Ø"/>
            </a:pPr>
            <a:r>
              <a:rPr lang="en-US" dirty="0"/>
              <a:t>Defender for Identity- Active Directory &amp; identity</a:t>
            </a:r>
          </a:p>
          <a:p>
            <a:pPr marL="457200" indent="-457200">
              <a:buFont typeface="Wingdings" panose="05000000000000000000" pitchFamily="2" charset="2"/>
              <a:buChar char="Ø"/>
            </a:pPr>
            <a:r>
              <a:rPr lang="en-US" dirty="0"/>
              <a:t>Defender for Office 365 -Email, Teams, SharePoint</a:t>
            </a:r>
          </a:p>
          <a:p>
            <a:pPr marL="457200" indent="-457200">
              <a:buFont typeface="Wingdings" panose="05000000000000000000" pitchFamily="2" charset="2"/>
              <a:buChar char="Ø"/>
            </a:pPr>
            <a:r>
              <a:rPr lang="en-US" dirty="0"/>
              <a:t>Defender for Cloud Apps - SaaS applications(M365 apps, Zoom, Slack, Salesforce)</a:t>
            </a:r>
          </a:p>
          <a:p>
            <a:pPr marL="457200" indent="-457200">
              <a:buFont typeface="Wingdings" panose="05000000000000000000" pitchFamily="2" charset="2"/>
              <a:buChar char="Ø"/>
            </a:pPr>
            <a:r>
              <a:rPr lang="en-US" dirty="0"/>
              <a:t>Defender for Cloud – VMs, Servers, Cloud Storage across different Cloud Providers(AWS, Azure, Google)</a:t>
            </a:r>
            <a:endParaRPr lang="en-BG" dirty="0"/>
          </a:p>
        </p:txBody>
      </p:sp>
    </p:spTree>
    <p:extLst>
      <p:ext uri="{BB962C8B-B14F-4D97-AF65-F5344CB8AC3E}">
        <p14:creationId xmlns:p14="http://schemas.microsoft.com/office/powerpoint/2010/main" val="447830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F31AC82-82D0-41A0-B0C0-413C559EAF5E}"/>
              </a:ext>
            </a:extLst>
          </p:cNvPr>
          <p:cNvPicPr>
            <a:picLocks noChangeAspect="1"/>
          </p:cNvPicPr>
          <p:nvPr/>
        </p:nvPicPr>
        <p:blipFill>
          <a:blip r:embed="rId2"/>
          <a:stretch>
            <a:fillRect/>
          </a:stretch>
        </p:blipFill>
        <p:spPr>
          <a:xfrm>
            <a:off x="1225013" y="763260"/>
            <a:ext cx="16453387" cy="9359865"/>
          </a:xfrm>
          <a:prstGeom prst="rect">
            <a:avLst/>
          </a:prstGeom>
        </p:spPr>
      </p:pic>
      <p:sp>
        <p:nvSpPr>
          <p:cNvPr id="11" name="TextBox 10">
            <a:extLst>
              <a:ext uri="{FF2B5EF4-FFF2-40B4-BE49-F238E27FC236}">
                <a16:creationId xmlns:a16="http://schemas.microsoft.com/office/drawing/2014/main" id="{6598D7EE-B8AB-4DAF-8AAC-E219F6361977}"/>
              </a:ext>
            </a:extLst>
          </p:cNvPr>
          <p:cNvSpPr txBox="1"/>
          <p:nvPr/>
        </p:nvSpPr>
        <p:spPr>
          <a:xfrm>
            <a:off x="11963400" y="165463"/>
            <a:ext cx="6324600" cy="369332"/>
          </a:xfrm>
          <a:prstGeom prst="rect">
            <a:avLst/>
          </a:prstGeom>
          <a:noFill/>
        </p:spPr>
        <p:txBody>
          <a:bodyPr wrap="square" rtlCol="0">
            <a:spAutoFit/>
          </a:bodyPr>
          <a:lstStyle/>
          <a:p>
            <a:r>
              <a:rPr lang="en-US" dirty="0"/>
              <a:t>*CNAPP – Cloud-Native Application Protection Platform</a:t>
            </a:r>
          </a:p>
        </p:txBody>
      </p:sp>
    </p:spTree>
    <p:extLst>
      <p:ext uri="{BB962C8B-B14F-4D97-AF65-F5344CB8AC3E}">
        <p14:creationId xmlns:p14="http://schemas.microsoft.com/office/powerpoint/2010/main" val="2740016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1C95065-20AD-E5B5-EE59-BB3C37A9263D}"/>
              </a:ext>
            </a:extLst>
          </p:cNvPr>
          <p:cNvSpPr>
            <a:spLocks noGrp="1"/>
          </p:cNvSpPr>
          <p:nvPr>
            <p:ph type="subTitle" idx="1"/>
          </p:nvPr>
        </p:nvSpPr>
        <p:spPr>
          <a:xfrm>
            <a:off x="2178227" y="2089166"/>
            <a:ext cx="12170232" cy="1063308"/>
          </a:xfrm>
        </p:spPr>
        <p:txBody>
          <a:bodyPr>
            <a:noAutofit/>
          </a:bodyPr>
          <a:lstStyle/>
          <a:p>
            <a:r>
              <a:rPr lang="en-US" sz="5400" b="1" dirty="0"/>
              <a:t>Microsoft Defender Portal</a:t>
            </a:r>
            <a:endParaRPr lang="en-BG" sz="5400" b="1" dirty="0"/>
          </a:p>
        </p:txBody>
      </p:sp>
      <p:sp>
        <p:nvSpPr>
          <p:cNvPr id="5" name="Subtitle 2">
            <a:extLst>
              <a:ext uri="{FF2B5EF4-FFF2-40B4-BE49-F238E27FC236}">
                <a16:creationId xmlns:a16="http://schemas.microsoft.com/office/drawing/2014/main" id="{06BEC7AB-51ED-4BC0-B597-5ADA0388E34B}"/>
              </a:ext>
            </a:extLst>
          </p:cNvPr>
          <p:cNvSpPr txBox="1">
            <a:spLocks/>
          </p:cNvSpPr>
          <p:nvPr/>
        </p:nvSpPr>
        <p:spPr>
          <a:xfrm>
            <a:off x="3115489" y="3562977"/>
            <a:ext cx="11591111" cy="2075823"/>
          </a:xfrm>
          <a:prstGeom prst="rect">
            <a:avLst/>
          </a:prstGeom>
        </p:spPr>
        <p:txBody>
          <a:bodyPr vert="horz" lIns="91440" tIns="45720" rIns="91440" bIns="45720" rtlCol="0">
            <a:noAutofit/>
          </a:bodyPr>
          <a:lstStyle>
            <a:lvl1pPr marL="0" indent="0" algn="l" defTabSz="1371600" rtl="0" eaLnBrk="1" latinLnBrk="0" hangingPunct="1">
              <a:lnSpc>
                <a:spcPct val="90000"/>
              </a:lnSpc>
              <a:spcBef>
                <a:spcPts val="1500"/>
              </a:spcBef>
              <a:buFont typeface="Arial" panose="020B0604020202020204" pitchFamily="34" charset="0"/>
              <a:buNone/>
              <a:defRPr sz="2800" b="0" i="0" kern="1200">
                <a:solidFill>
                  <a:schemeClr val="accent1"/>
                </a:solidFill>
                <a:latin typeface="Overused Grotesk" pitchFamily="2" charset="0"/>
                <a:ea typeface="+mn-ea"/>
                <a:cs typeface="+mn-cs"/>
              </a:defRPr>
            </a:lvl1pPr>
            <a:lvl2pPr marL="685800" indent="0" algn="ctr" defTabSz="1371600" rtl="0" eaLnBrk="1" latinLnBrk="0" hangingPunct="1">
              <a:lnSpc>
                <a:spcPct val="90000"/>
              </a:lnSpc>
              <a:spcBef>
                <a:spcPts val="750"/>
              </a:spcBef>
              <a:buClr>
                <a:schemeClr val="accent1"/>
              </a:buClr>
              <a:buFont typeface="Arial" panose="020B0604020202020204" pitchFamily="34" charset="0"/>
              <a:buNone/>
              <a:defRPr sz="3000" b="0" i="0" kern="1200">
                <a:solidFill>
                  <a:schemeClr val="tx1"/>
                </a:solidFill>
                <a:latin typeface="Overused Grotesk" pitchFamily="2" charset="0"/>
                <a:ea typeface="+mn-ea"/>
                <a:cs typeface="+mn-cs"/>
              </a:defRPr>
            </a:lvl2pPr>
            <a:lvl3pPr marL="1371600" indent="0" algn="ctr" defTabSz="1371600" rtl="0" eaLnBrk="1" latinLnBrk="0" hangingPunct="1">
              <a:lnSpc>
                <a:spcPct val="90000"/>
              </a:lnSpc>
              <a:spcBef>
                <a:spcPts val="750"/>
              </a:spcBef>
              <a:buClr>
                <a:schemeClr val="accent4"/>
              </a:buClr>
              <a:buFont typeface="Arial" panose="020B0604020202020204" pitchFamily="34" charset="0"/>
              <a:buNone/>
              <a:defRPr sz="2700" b="0" i="0" kern="1200">
                <a:solidFill>
                  <a:schemeClr val="tx1"/>
                </a:solidFill>
                <a:latin typeface="Overused Grotesk" pitchFamily="2" charset="0"/>
                <a:ea typeface="+mn-ea"/>
                <a:cs typeface="+mn-cs"/>
              </a:defRPr>
            </a:lvl3pPr>
            <a:lvl4pPr marL="2057400" indent="0" algn="ctr" defTabSz="1371600" rtl="0" eaLnBrk="1" latinLnBrk="0" hangingPunct="1">
              <a:lnSpc>
                <a:spcPct val="90000"/>
              </a:lnSpc>
              <a:spcBef>
                <a:spcPts val="750"/>
              </a:spcBef>
              <a:buClr>
                <a:schemeClr val="accent3"/>
              </a:buClr>
              <a:buFont typeface="Arial" panose="020B0604020202020204" pitchFamily="34" charset="0"/>
              <a:buNone/>
              <a:defRPr sz="2400" b="0" i="0" kern="1200">
                <a:solidFill>
                  <a:schemeClr val="tx1"/>
                </a:solidFill>
                <a:latin typeface="Overused Grotesk" pitchFamily="2" charset="0"/>
                <a:ea typeface="+mn-ea"/>
                <a:cs typeface="+mn-cs"/>
              </a:defRPr>
            </a:lvl4pPr>
            <a:lvl5pPr marL="2743200" indent="0" algn="ctr" defTabSz="1371600" rtl="0" eaLnBrk="1" latinLnBrk="0" hangingPunct="1">
              <a:lnSpc>
                <a:spcPct val="90000"/>
              </a:lnSpc>
              <a:spcBef>
                <a:spcPts val="750"/>
              </a:spcBef>
              <a:buClr>
                <a:schemeClr val="accent2"/>
              </a:buClr>
              <a:buFont typeface="Arial" panose="020B0604020202020204" pitchFamily="34" charset="0"/>
              <a:buNone/>
              <a:defRPr sz="2400" b="0" i="0" kern="1200">
                <a:solidFill>
                  <a:schemeClr val="tx1"/>
                </a:solidFill>
                <a:latin typeface="Overused Grotesk" pitchFamily="2" charset="0"/>
                <a:ea typeface="+mn-ea"/>
                <a:cs typeface="+mn-cs"/>
              </a:defRPr>
            </a:lvl5pPr>
            <a:lvl6pPr marL="34290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6pPr>
            <a:lvl7pPr marL="41148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7pPr>
            <a:lvl8pPr marL="48006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8pPr>
            <a:lvl9pPr marL="54864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9pPr>
          </a:lstStyle>
          <a:p>
            <a:pPr>
              <a:lnSpc>
                <a:spcPct val="100000"/>
              </a:lnSpc>
              <a:spcBef>
                <a:spcPts val="0"/>
              </a:spcBef>
            </a:pPr>
            <a:r>
              <a:rPr lang="en-US" dirty="0">
                <a:latin typeface="+mn-lt"/>
              </a:rPr>
              <a:t>The Microsoft Defender portal is Microsoft’s unified security operations console. It gives security teams one place to monitor security posture, review correlated incidents and alerts, investigate threats, run advanced hunting, and take response actions across endpoints, identities, email, applications, cloud workloads, and other connected data sources</a:t>
            </a:r>
            <a:r>
              <a:rPr lang="en-US" sz="2000" dirty="0">
                <a:latin typeface="+mn-lt"/>
              </a:rPr>
              <a:t>.</a:t>
            </a:r>
            <a:endParaRPr lang="en-BG" sz="2000" dirty="0">
              <a:latin typeface="+mn-lt"/>
            </a:endParaRPr>
          </a:p>
        </p:txBody>
      </p:sp>
      <p:sp>
        <p:nvSpPr>
          <p:cNvPr id="8" name="Subtitle 2">
            <a:extLst>
              <a:ext uri="{FF2B5EF4-FFF2-40B4-BE49-F238E27FC236}">
                <a16:creationId xmlns:a16="http://schemas.microsoft.com/office/drawing/2014/main" id="{A289F448-9EE7-4044-A181-F874237A02BA}"/>
              </a:ext>
            </a:extLst>
          </p:cNvPr>
          <p:cNvSpPr txBox="1">
            <a:spLocks/>
          </p:cNvSpPr>
          <p:nvPr/>
        </p:nvSpPr>
        <p:spPr>
          <a:xfrm>
            <a:off x="3115489" y="6403868"/>
            <a:ext cx="11232970" cy="2362200"/>
          </a:xfrm>
          <a:prstGeom prst="rect">
            <a:avLst/>
          </a:prstGeom>
        </p:spPr>
        <p:txBody>
          <a:bodyPr vert="horz" lIns="91440" tIns="45720" rIns="91440" bIns="45720" rtlCol="0">
            <a:normAutofit/>
          </a:bodyPr>
          <a:lstStyle>
            <a:lvl1pPr marL="0" indent="0" algn="l" defTabSz="1371600" rtl="0" eaLnBrk="1" latinLnBrk="0" hangingPunct="1">
              <a:lnSpc>
                <a:spcPct val="90000"/>
              </a:lnSpc>
              <a:spcBef>
                <a:spcPts val="1500"/>
              </a:spcBef>
              <a:buFont typeface="Arial" panose="020B0604020202020204" pitchFamily="34" charset="0"/>
              <a:buNone/>
              <a:defRPr sz="2800" b="0" i="0" kern="1200">
                <a:solidFill>
                  <a:schemeClr val="accent1"/>
                </a:solidFill>
                <a:latin typeface="Overused Grotesk" pitchFamily="2" charset="0"/>
                <a:ea typeface="+mn-ea"/>
                <a:cs typeface="+mn-cs"/>
              </a:defRPr>
            </a:lvl1pPr>
            <a:lvl2pPr marL="685800" indent="0" algn="ctr" defTabSz="1371600" rtl="0" eaLnBrk="1" latinLnBrk="0" hangingPunct="1">
              <a:lnSpc>
                <a:spcPct val="90000"/>
              </a:lnSpc>
              <a:spcBef>
                <a:spcPts val="750"/>
              </a:spcBef>
              <a:buClr>
                <a:schemeClr val="accent1"/>
              </a:buClr>
              <a:buFont typeface="Arial" panose="020B0604020202020204" pitchFamily="34" charset="0"/>
              <a:buNone/>
              <a:defRPr sz="3000" b="0" i="0" kern="1200">
                <a:solidFill>
                  <a:schemeClr val="tx1"/>
                </a:solidFill>
                <a:latin typeface="Overused Grotesk" pitchFamily="2" charset="0"/>
                <a:ea typeface="+mn-ea"/>
                <a:cs typeface="+mn-cs"/>
              </a:defRPr>
            </a:lvl2pPr>
            <a:lvl3pPr marL="1371600" indent="0" algn="ctr" defTabSz="1371600" rtl="0" eaLnBrk="1" latinLnBrk="0" hangingPunct="1">
              <a:lnSpc>
                <a:spcPct val="90000"/>
              </a:lnSpc>
              <a:spcBef>
                <a:spcPts val="750"/>
              </a:spcBef>
              <a:buClr>
                <a:schemeClr val="accent4"/>
              </a:buClr>
              <a:buFont typeface="Arial" panose="020B0604020202020204" pitchFamily="34" charset="0"/>
              <a:buNone/>
              <a:defRPr sz="2700" b="0" i="0" kern="1200">
                <a:solidFill>
                  <a:schemeClr val="tx1"/>
                </a:solidFill>
                <a:latin typeface="Overused Grotesk" pitchFamily="2" charset="0"/>
                <a:ea typeface="+mn-ea"/>
                <a:cs typeface="+mn-cs"/>
              </a:defRPr>
            </a:lvl3pPr>
            <a:lvl4pPr marL="2057400" indent="0" algn="ctr" defTabSz="1371600" rtl="0" eaLnBrk="1" latinLnBrk="0" hangingPunct="1">
              <a:lnSpc>
                <a:spcPct val="90000"/>
              </a:lnSpc>
              <a:spcBef>
                <a:spcPts val="750"/>
              </a:spcBef>
              <a:buClr>
                <a:schemeClr val="accent3"/>
              </a:buClr>
              <a:buFont typeface="Arial" panose="020B0604020202020204" pitchFamily="34" charset="0"/>
              <a:buNone/>
              <a:defRPr sz="2400" b="0" i="0" kern="1200">
                <a:solidFill>
                  <a:schemeClr val="tx1"/>
                </a:solidFill>
                <a:latin typeface="Overused Grotesk" pitchFamily="2" charset="0"/>
                <a:ea typeface="+mn-ea"/>
                <a:cs typeface="+mn-cs"/>
              </a:defRPr>
            </a:lvl4pPr>
            <a:lvl5pPr marL="2743200" indent="0" algn="ctr" defTabSz="1371600" rtl="0" eaLnBrk="1" latinLnBrk="0" hangingPunct="1">
              <a:lnSpc>
                <a:spcPct val="90000"/>
              </a:lnSpc>
              <a:spcBef>
                <a:spcPts val="750"/>
              </a:spcBef>
              <a:buClr>
                <a:schemeClr val="accent2"/>
              </a:buClr>
              <a:buFont typeface="Arial" panose="020B0604020202020204" pitchFamily="34" charset="0"/>
              <a:buNone/>
              <a:defRPr sz="2400" b="0" i="0" kern="1200">
                <a:solidFill>
                  <a:schemeClr val="tx1"/>
                </a:solidFill>
                <a:latin typeface="Overused Grotesk" pitchFamily="2" charset="0"/>
                <a:ea typeface="+mn-ea"/>
                <a:cs typeface="+mn-cs"/>
              </a:defRPr>
            </a:lvl5pPr>
            <a:lvl6pPr marL="34290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6pPr>
            <a:lvl7pPr marL="41148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7pPr>
            <a:lvl8pPr marL="48006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8pPr>
            <a:lvl9pPr marL="5486400" indent="0" algn="ctr" defTabSz="1371600" rtl="0" eaLnBrk="1" latinLnBrk="0" hangingPunct="1">
              <a:lnSpc>
                <a:spcPct val="90000"/>
              </a:lnSpc>
              <a:spcBef>
                <a:spcPts val="750"/>
              </a:spcBef>
              <a:buFont typeface="Arial" panose="020B0604020202020204" pitchFamily="34" charset="0"/>
              <a:buNone/>
              <a:defRPr sz="2400" kern="1200">
                <a:solidFill>
                  <a:schemeClr val="tx1"/>
                </a:solidFill>
                <a:latin typeface="+mn-lt"/>
                <a:ea typeface="+mn-ea"/>
                <a:cs typeface="+mn-cs"/>
              </a:defRPr>
            </a:lvl9pPr>
          </a:lstStyle>
          <a:p>
            <a:r>
              <a:rPr lang="en-US" dirty="0">
                <a:latin typeface="+mn-lt"/>
              </a:rPr>
              <a:t>It brings together services such as Microsoft Defender XDR, Microsoft Sentinel, Defender for Cloud, Security Exposure Management, Threat Intelligence, and Security Copilot, helping SOC teams reduce risk and respond to attacks from a single interface.</a:t>
            </a:r>
            <a:endParaRPr lang="en-BG" dirty="0">
              <a:latin typeface="+mn-lt"/>
            </a:endParaRPr>
          </a:p>
        </p:txBody>
      </p:sp>
      <p:sp>
        <p:nvSpPr>
          <p:cNvPr id="2" name="TextBox 1">
            <a:extLst>
              <a:ext uri="{FF2B5EF4-FFF2-40B4-BE49-F238E27FC236}">
                <a16:creationId xmlns:a16="http://schemas.microsoft.com/office/drawing/2014/main" id="{BD67AF04-30DA-451C-A1DD-32291BBAFA4D}"/>
              </a:ext>
            </a:extLst>
          </p:cNvPr>
          <p:cNvSpPr txBox="1"/>
          <p:nvPr/>
        </p:nvSpPr>
        <p:spPr>
          <a:xfrm>
            <a:off x="10576560" y="9531136"/>
            <a:ext cx="4419600" cy="523220"/>
          </a:xfrm>
          <a:prstGeom prst="rect">
            <a:avLst/>
          </a:prstGeom>
          <a:noFill/>
        </p:spPr>
        <p:txBody>
          <a:bodyPr wrap="square" rtlCol="0">
            <a:spAutoFit/>
          </a:bodyPr>
          <a:lstStyle/>
          <a:p>
            <a:r>
              <a:rPr lang="en-US" sz="2800" dirty="0">
                <a:solidFill>
                  <a:schemeClr val="accent1"/>
                </a:solidFill>
              </a:rPr>
              <a:t>security.microsoft.com</a:t>
            </a:r>
          </a:p>
        </p:txBody>
      </p:sp>
    </p:spTree>
    <p:extLst>
      <p:ext uri="{BB962C8B-B14F-4D97-AF65-F5344CB8AC3E}">
        <p14:creationId xmlns:p14="http://schemas.microsoft.com/office/powerpoint/2010/main" val="1884155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FD37506-9E9B-3E93-64AB-F27B30F8455A}"/>
              </a:ext>
            </a:extLst>
          </p:cNvPr>
          <p:cNvSpPr>
            <a:spLocks noGrp="1"/>
          </p:cNvSpPr>
          <p:nvPr>
            <p:ph type="ctrTitle"/>
          </p:nvPr>
        </p:nvSpPr>
        <p:spPr>
          <a:xfrm>
            <a:off x="879919" y="0"/>
            <a:ext cx="15827121" cy="579120"/>
          </a:xfrm>
        </p:spPr>
        <p:txBody>
          <a:bodyPr>
            <a:normAutofit/>
          </a:bodyPr>
          <a:lstStyle/>
          <a:p>
            <a:r>
              <a:rPr lang="en-US" sz="3600" dirty="0"/>
              <a:t>Permissions Needed to Login to MS Defender Portal</a:t>
            </a:r>
            <a:endParaRPr lang="en-BG" sz="3600" dirty="0"/>
          </a:p>
        </p:txBody>
      </p:sp>
      <p:pic>
        <p:nvPicPr>
          <p:cNvPr id="12" name="Picture 11">
            <a:extLst>
              <a:ext uri="{FF2B5EF4-FFF2-40B4-BE49-F238E27FC236}">
                <a16:creationId xmlns:a16="http://schemas.microsoft.com/office/drawing/2014/main" id="{918CDA7F-0478-4F3C-AB05-AD68D7B95FAB}"/>
              </a:ext>
            </a:extLst>
          </p:cNvPr>
          <p:cNvPicPr>
            <a:picLocks noChangeAspect="1"/>
          </p:cNvPicPr>
          <p:nvPr/>
        </p:nvPicPr>
        <p:blipFill>
          <a:blip r:embed="rId2"/>
          <a:stretch>
            <a:fillRect/>
          </a:stretch>
        </p:blipFill>
        <p:spPr>
          <a:xfrm>
            <a:off x="1596199" y="1127761"/>
            <a:ext cx="14174555" cy="8717280"/>
          </a:xfrm>
          <a:prstGeom prst="rect">
            <a:avLst/>
          </a:prstGeom>
        </p:spPr>
      </p:pic>
    </p:spTree>
    <p:extLst>
      <p:ext uri="{BB962C8B-B14F-4D97-AF65-F5344CB8AC3E}">
        <p14:creationId xmlns:p14="http://schemas.microsoft.com/office/powerpoint/2010/main" val="2914845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4C0AA1-E0D0-4580-9374-4CC8B47FCF4A}"/>
              </a:ext>
            </a:extLst>
          </p:cNvPr>
          <p:cNvPicPr>
            <a:picLocks noChangeAspect="1"/>
          </p:cNvPicPr>
          <p:nvPr/>
        </p:nvPicPr>
        <p:blipFill>
          <a:blip r:embed="rId2"/>
          <a:stretch>
            <a:fillRect/>
          </a:stretch>
        </p:blipFill>
        <p:spPr>
          <a:xfrm>
            <a:off x="5196318" y="673731"/>
            <a:ext cx="10439922" cy="9601001"/>
          </a:xfrm>
          <a:prstGeom prst="rect">
            <a:avLst/>
          </a:prstGeom>
        </p:spPr>
      </p:pic>
    </p:spTree>
    <p:extLst>
      <p:ext uri="{BB962C8B-B14F-4D97-AF65-F5344CB8AC3E}">
        <p14:creationId xmlns:p14="http://schemas.microsoft.com/office/powerpoint/2010/main" val="3173995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F7DC2-D733-5AAD-16B7-C0FAF49B1A02}"/>
              </a:ext>
            </a:extLst>
          </p:cNvPr>
          <p:cNvSpPr>
            <a:spLocks noGrp="1"/>
          </p:cNvSpPr>
          <p:nvPr>
            <p:ph type="ctrTitle"/>
          </p:nvPr>
        </p:nvSpPr>
        <p:spPr>
          <a:xfrm>
            <a:off x="1515999" y="1447800"/>
            <a:ext cx="12931521" cy="1362231"/>
          </a:xfrm>
        </p:spPr>
        <p:txBody>
          <a:bodyPr>
            <a:normAutofit fontScale="90000"/>
          </a:bodyPr>
          <a:lstStyle/>
          <a:p>
            <a:r>
              <a:rPr lang="en-US" sz="6000" dirty="0"/>
              <a:t>SOC activities in MS Defender Portal</a:t>
            </a:r>
            <a:endParaRPr lang="en-BG" sz="6000" dirty="0"/>
          </a:p>
        </p:txBody>
      </p:sp>
      <p:sp>
        <p:nvSpPr>
          <p:cNvPr id="4" name="Text Placeholder 3">
            <a:extLst>
              <a:ext uri="{FF2B5EF4-FFF2-40B4-BE49-F238E27FC236}">
                <a16:creationId xmlns:a16="http://schemas.microsoft.com/office/drawing/2014/main" id="{E83ECD3D-48FC-0CE9-E303-AD87B0D088B9}"/>
              </a:ext>
            </a:extLst>
          </p:cNvPr>
          <p:cNvSpPr>
            <a:spLocks noGrp="1"/>
          </p:cNvSpPr>
          <p:nvPr>
            <p:ph type="body" sz="quarter" idx="11"/>
          </p:nvPr>
        </p:nvSpPr>
        <p:spPr>
          <a:xfrm>
            <a:off x="1515999" y="3328191"/>
            <a:ext cx="9533002" cy="4962369"/>
          </a:xfrm>
        </p:spPr>
        <p:txBody>
          <a:bodyPr>
            <a:normAutofit lnSpcReduction="10000"/>
          </a:bodyPr>
          <a:lstStyle/>
          <a:p>
            <a:pPr marL="457200" indent="-457200" algn="l">
              <a:buFontTx/>
              <a:buChar char="-"/>
            </a:pPr>
            <a:r>
              <a:rPr lang="en-US" sz="2800" dirty="0">
                <a:latin typeface="+mn-lt"/>
              </a:rPr>
              <a:t>Email Incident Investigations</a:t>
            </a:r>
          </a:p>
          <a:p>
            <a:pPr marL="457200" indent="-457200" algn="l">
              <a:buFontTx/>
              <a:buChar char="-"/>
            </a:pPr>
            <a:r>
              <a:rPr lang="en-US" sz="2800" dirty="0">
                <a:latin typeface="+mn-lt"/>
              </a:rPr>
              <a:t>Endpoint Timeline activity Review</a:t>
            </a:r>
          </a:p>
          <a:p>
            <a:pPr marL="457200" indent="-457200" algn="l">
              <a:buFontTx/>
              <a:buChar char="-"/>
            </a:pPr>
            <a:r>
              <a:rPr lang="en-US" sz="2800" dirty="0">
                <a:latin typeface="+mn-lt"/>
              </a:rPr>
              <a:t>Malware Containment Activity</a:t>
            </a:r>
          </a:p>
          <a:p>
            <a:pPr marL="457200" indent="-457200" algn="l">
              <a:buFontTx/>
              <a:buChar char="-"/>
            </a:pPr>
            <a:r>
              <a:rPr lang="en-US" sz="2800" dirty="0">
                <a:latin typeface="+mn-lt"/>
              </a:rPr>
              <a:t>Threat Hunting</a:t>
            </a:r>
          </a:p>
          <a:p>
            <a:pPr marL="457200" indent="-457200" algn="l">
              <a:buFontTx/>
              <a:buChar char="-"/>
            </a:pPr>
            <a:r>
              <a:rPr lang="en-US" sz="2800" dirty="0">
                <a:latin typeface="+mn-lt"/>
              </a:rPr>
              <a:t>Review of Devices and their Users Activities</a:t>
            </a:r>
          </a:p>
          <a:p>
            <a:pPr marL="457200" indent="-457200" algn="l">
              <a:buFontTx/>
              <a:buChar char="-"/>
            </a:pPr>
            <a:r>
              <a:rPr lang="en-US" sz="2800" dirty="0">
                <a:latin typeface="+mn-lt"/>
              </a:rPr>
              <a:t>Overview of Endpoint recent Security incident</a:t>
            </a:r>
          </a:p>
          <a:p>
            <a:pPr marL="457200" indent="-457200" algn="l">
              <a:buFontTx/>
              <a:buChar char="-"/>
            </a:pPr>
            <a:r>
              <a:rPr lang="en-US" sz="2800" dirty="0">
                <a:latin typeface="+mn-lt"/>
              </a:rPr>
              <a:t>Gain More insight into an MS Defender Incident like “impossible travel”, “malware activity”, “mass file deletion” etc.</a:t>
            </a:r>
          </a:p>
          <a:p>
            <a:pPr marL="457200" indent="-457200" algn="l">
              <a:buFontTx/>
              <a:buChar char="-"/>
            </a:pPr>
            <a:r>
              <a:rPr lang="en-US" sz="2800" dirty="0">
                <a:latin typeface="+mn-lt"/>
              </a:rPr>
              <a:t>Security Operations activities</a:t>
            </a:r>
            <a:endParaRPr lang="en-BG" sz="2800" dirty="0">
              <a:latin typeface="+mn-lt"/>
            </a:endParaRPr>
          </a:p>
        </p:txBody>
      </p:sp>
    </p:spTree>
    <p:extLst>
      <p:ext uri="{BB962C8B-B14F-4D97-AF65-F5344CB8AC3E}">
        <p14:creationId xmlns:p14="http://schemas.microsoft.com/office/powerpoint/2010/main" val="657588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A88426-5675-4D62-B397-D1D2FBC8C114}"/>
              </a:ext>
            </a:extLst>
          </p:cNvPr>
          <p:cNvSpPr>
            <a:spLocks noGrp="1"/>
          </p:cNvSpPr>
          <p:nvPr>
            <p:ph type="ctrTitle"/>
          </p:nvPr>
        </p:nvSpPr>
        <p:spPr>
          <a:xfrm>
            <a:off x="4324159" y="4434840"/>
            <a:ext cx="5200841" cy="2026920"/>
          </a:xfrm>
        </p:spPr>
        <p:txBody>
          <a:bodyPr>
            <a:normAutofit/>
          </a:bodyPr>
          <a:lstStyle/>
          <a:p>
            <a:r>
              <a:rPr lang="en-US" dirty="0"/>
              <a:t>DEMO</a:t>
            </a:r>
            <a:endParaRPr lang="en-BG" dirty="0"/>
          </a:p>
        </p:txBody>
      </p:sp>
    </p:spTree>
    <p:extLst>
      <p:ext uri="{BB962C8B-B14F-4D97-AF65-F5344CB8AC3E}">
        <p14:creationId xmlns:p14="http://schemas.microsoft.com/office/powerpoint/2010/main" val="652786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4CD825-70D7-060D-4B71-C2CDE8576344}"/>
              </a:ext>
            </a:extLst>
          </p:cNvPr>
          <p:cNvSpPr>
            <a:spLocks noGrp="1"/>
          </p:cNvSpPr>
          <p:nvPr>
            <p:ph type="body" sz="quarter" idx="11"/>
          </p:nvPr>
        </p:nvSpPr>
        <p:spPr/>
        <p:txBody>
          <a:bodyPr>
            <a:normAutofit lnSpcReduction="10000"/>
          </a:bodyPr>
          <a:lstStyle/>
          <a:p>
            <a:endParaRPr lang="en-BG"/>
          </a:p>
        </p:txBody>
      </p:sp>
      <p:sp>
        <p:nvSpPr>
          <p:cNvPr id="3" name="Title 2">
            <a:extLst>
              <a:ext uri="{FF2B5EF4-FFF2-40B4-BE49-F238E27FC236}">
                <a16:creationId xmlns:a16="http://schemas.microsoft.com/office/drawing/2014/main" id="{798ADF85-4932-8EB5-FF65-275EA51B35A2}"/>
              </a:ext>
            </a:extLst>
          </p:cNvPr>
          <p:cNvSpPr>
            <a:spLocks noGrp="1"/>
          </p:cNvSpPr>
          <p:nvPr>
            <p:ph type="ctrTitle"/>
          </p:nvPr>
        </p:nvSpPr>
        <p:spPr>
          <a:xfrm>
            <a:off x="3691448" y="3398579"/>
            <a:ext cx="3589400" cy="3491429"/>
          </a:xfrm>
        </p:spPr>
        <p:txBody>
          <a:bodyPr/>
          <a:lstStyle/>
          <a:p>
            <a:r>
              <a:rPr lang="en-US" dirty="0"/>
              <a:t>Q&amp;A</a:t>
            </a:r>
            <a:endParaRPr lang="en-BG" dirty="0"/>
          </a:p>
        </p:txBody>
      </p:sp>
      <p:sp>
        <p:nvSpPr>
          <p:cNvPr id="5" name="Picture Placeholder 4">
            <a:extLst>
              <a:ext uri="{FF2B5EF4-FFF2-40B4-BE49-F238E27FC236}">
                <a16:creationId xmlns:a16="http://schemas.microsoft.com/office/drawing/2014/main" id="{B6DDA27D-27FD-36EB-FD97-56CE1840AFB9}"/>
              </a:ext>
            </a:extLst>
          </p:cNvPr>
          <p:cNvSpPr>
            <a:spLocks noGrp="1"/>
          </p:cNvSpPr>
          <p:nvPr>
            <p:ph type="pic" sz="quarter" idx="13"/>
          </p:nvPr>
        </p:nvSpPr>
        <p:spPr/>
        <p:txBody>
          <a:bodyPr/>
          <a:lstStyle/>
          <a:p>
            <a:endParaRPr lang="en-BG"/>
          </a:p>
        </p:txBody>
      </p:sp>
    </p:spTree>
    <p:extLst>
      <p:ext uri="{BB962C8B-B14F-4D97-AF65-F5344CB8AC3E}">
        <p14:creationId xmlns:p14="http://schemas.microsoft.com/office/powerpoint/2010/main" val="1924500244"/>
      </p:ext>
    </p:extLst>
  </p:cSld>
  <p:clrMapOvr>
    <a:masterClrMapping/>
  </p:clrMapOvr>
</p:sld>
</file>

<file path=ppt/theme/theme1.xml><?xml version="1.0" encoding="utf-8"?>
<a:theme xmlns:a="http://schemas.openxmlformats.org/drawingml/2006/main" name="Office Theme">
  <a:themeElements>
    <a:clrScheme name="TeKnowledge">
      <a:dk1>
        <a:srgbClr val="000000"/>
      </a:dk1>
      <a:lt1>
        <a:srgbClr val="FFFFFF"/>
      </a:lt1>
      <a:dk2>
        <a:srgbClr val="000000"/>
      </a:dk2>
      <a:lt2>
        <a:srgbClr val="E8E8E8"/>
      </a:lt2>
      <a:accent1>
        <a:srgbClr val="5049F5"/>
      </a:accent1>
      <a:accent2>
        <a:srgbClr val="2F2F2F"/>
      </a:accent2>
      <a:accent3>
        <a:srgbClr val="F8D7B1"/>
      </a:accent3>
      <a:accent4>
        <a:srgbClr val="FF6434"/>
      </a:accent4>
      <a:accent5>
        <a:srgbClr val="4117B3"/>
      </a:accent5>
      <a:accent6>
        <a:srgbClr val="E1CDFF"/>
      </a:accent6>
      <a:hlink>
        <a:srgbClr val="5048F5"/>
      </a:hlink>
      <a:folHlink>
        <a:srgbClr val="4116B2"/>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AB8510BC057F749A167B287B6EC3735" ma:contentTypeVersion="12" ma:contentTypeDescription="Create a new document." ma:contentTypeScope="" ma:versionID="0ddfb9859916c09e291b2a93e4432b57">
  <xsd:schema xmlns:xsd="http://www.w3.org/2001/XMLSchema" xmlns:xs="http://www.w3.org/2001/XMLSchema" xmlns:p="http://schemas.microsoft.com/office/2006/metadata/properties" xmlns:ns2="98d88a27-ac84-4199-aeeb-4615ca413711" xmlns:ns3="4e98877d-2ec6-4072-ba10-6ccbde5fcde5" targetNamespace="http://schemas.microsoft.com/office/2006/metadata/properties" ma:root="true" ma:fieldsID="4efb5f2cd3e35c32b300841ee1b9c622" ns2:_="" ns3:_="">
    <xsd:import namespace="98d88a27-ac84-4199-aeeb-4615ca413711"/>
    <xsd:import namespace="4e98877d-2ec6-4072-ba10-6ccbde5fcde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d88a27-ac84-4199-aeeb-4615ca413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08c6dd46-44f4-4464-a1d8-9d93b99c6b0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e98877d-2ec6-4072-ba10-6ccbde5fcde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650a260-d34d-4a65-a92f-55ac7a319470}" ma:internalName="TaxCatchAll" ma:showField="CatchAllData" ma:web="4e98877d-2ec6-4072-ba10-6ccbde5fcde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e98877d-2ec6-4072-ba10-6ccbde5fcde5" xsi:nil="true"/>
    <lcf76f155ced4ddcb4097134ff3c332f xmlns="98d88a27-ac84-4199-aeeb-4615ca41371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AD1BBED-165C-41A4-AFEA-9C990CBF7D9A}">
  <ds:schemaRefs>
    <ds:schemaRef ds:uri="http://schemas.microsoft.com/sharepoint/v3/contenttype/forms"/>
  </ds:schemaRefs>
</ds:datastoreItem>
</file>

<file path=customXml/itemProps2.xml><?xml version="1.0" encoding="utf-8"?>
<ds:datastoreItem xmlns:ds="http://schemas.openxmlformats.org/officeDocument/2006/customXml" ds:itemID="{A8703BD3-C6E3-4779-9E3C-AF80C13E7D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d88a27-ac84-4199-aeeb-4615ca413711"/>
    <ds:schemaRef ds:uri="4e98877d-2ec6-4072-ba10-6ccbde5fcd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2F83A1-E71E-41A1-AA7B-A0E755EF4878}">
  <ds:schemaRefs>
    <ds:schemaRef ds:uri="98d88a27-ac84-4199-aeeb-4615ca413711"/>
    <ds:schemaRef ds:uri="http://purl.org/dc/terms/"/>
    <ds:schemaRef ds:uri="http://purl.org/dc/elements/1.1/"/>
    <ds:schemaRef ds:uri="http://schemas.microsoft.com/office/2006/metadata/properties"/>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4e98877d-2ec6-4072-ba10-6ccbde5fcde5"/>
    <ds:schemaRef ds:uri="http://www.w3.org/XML/1998/namespace"/>
  </ds:schemaRefs>
</ds:datastoreItem>
</file>

<file path=docMetadata/LabelInfo.xml><?xml version="1.0" encoding="utf-8"?>
<clbl:labelList xmlns:clbl="http://schemas.microsoft.com/office/2020/mipLabelMetadata">
  <clbl:label id="{19ed6838-8934-4c4c-9c0f-f3f7d20a03aa}" enabled="1" method="Privileged" siteId="{ffcea58c-766b-4eea-9684-92cc7cb3c5e9}" removed="0"/>
</clbl:labelList>
</file>

<file path=docProps/app.xml><?xml version="1.0" encoding="utf-8"?>
<Properties xmlns="http://schemas.openxmlformats.org/officeDocument/2006/extended-properties" xmlns:vt="http://schemas.openxmlformats.org/officeDocument/2006/docPropsVTypes">
  <Template>Office Theme</Template>
  <TotalTime>7498</TotalTime>
  <Words>343</Words>
  <Application>Microsoft Office PowerPoint</Application>
  <PresentationFormat>Custom</PresentationFormat>
  <Paragraphs>33</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All Round Gothic Medium</vt:lpstr>
      <vt:lpstr>Wingdings</vt:lpstr>
      <vt:lpstr>Arial</vt:lpstr>
      <vt:lpstr>Bahnschrift Light</vt:lpstr>
      <vt:lpstr>Bahnschrift</vt:lpstr>
      <vt:lpstr>Aptos SemiBold</vt:lpstr>
      <vt:lpstr>Aptos</vt:lpstr>
      <vt:lpstr>Calibri</vt:lpstr>
      <vt:lpstr>Overused Grotesk</vt:lpstr>
      <vt:lpstr>Office Theme</vt:lpstr>
      <vt:lpstr>Microsoft Defender XDR</vt:lpstr>
      <vt:lpstr>PowerPoint Presentation</vt:lpstr>
      <vt:lpstr>PowerPoint Presentation</vt:lpstr>
      <vt:lpstr>PowerPoint Presentation</vt:lpstr>
      <vt:lpstr>PowerPoint Presentation</vt:lpstr>
      <vt:lpstr>Permissions Needed to Login to MS Defender Portal</vt:lpstr>
      <vt:lpstr>PowerPoint Presentation</vt:lpstr>
      <vt:lpstr>SOC activities in MS Defender Portal</vt:lpstr>
      <vt:lpstr>DEMO</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Teknowledge SOC</dc:title>
  <dc:creator>Dagmara Dabkowska</dc:creator>
  <cp:lastModifiedBy>ABIOLA</cp:lastModifiedBy>
  <cp:revision>100</cp:revision>
  <dcterms:created xsi:type="dcterms:W3CDTF">2025-04-29T20:04:05Z</dcterms:created>
  <dcterms:modified xsi:type="dcterms:W3CDTF">2026-07-16T10:31:13Z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Sensitivity: COMMERCIALLY CONFIDENTIAL</vt:lpwstr>
  </property>
  <property fmtid="{D5CDD505-2E9C-101B-9397-08002B2CF9AE}" pid="4" name="ContentTypeId">
    <vt:lpwstr>0x010100FAB8510BC057F749A167B287B6EC3735</vt:lpwstr>
  </property>
  <property fmtid="{D5CDD505-2E9C-101B-9397-08002B2CF9AE}" pid="5" name="MediaServiceImageTags">
    <vt:lpwstr/>
  </property>
</Properties>
</file>